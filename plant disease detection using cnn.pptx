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74" r:id="rId4"/>
    <p:sldId id="275" r:id="rId5"/>
    <p:sldId id="276" r:id="rId6"/>
    <p:sldId id="260" r:id="rId7"/>
    <p:sldId id="261" r:id="rId8"/>
    <p:sldId id="264" r:id="rId9"/>
    <p:sldId id="279" r:id="rId10"/>
    <p:sldId id="265" r:id="rId11"/>
    <p:sldId id="267" r:id="rId12"/>
    <p:sldId id="266" r:id="rId13"/>
    <p:sldId id="277" r:id="rId14"/>
    <p:sldId id="280" r:id="rId15"/>
    <p:sldId id="269" r:id="rId16"/>
    <p:sldId id="268" r:id="rId17"/>
    <p:sldId id="270" r:id="rId18"/>
    <p:sldId id="271" r:id="rId19"/>
    <p:sldId id="272" r:id="rId20"/>
    <p:sldId id="273" r:id="rId21"/>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5B073B-3284-41D1-9323-0F2D2D347E1F}" v="153" dt="2026-01-11T15:26:36.25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5033" autoAdjust="0"/>
  </p:normalViewPr>
  <p:slideViewPr>
    <p:cSldViewPr>
      <p:cViewPr varScale="1">
        <p:scale>
          <a:sx n="109" d="100"/>
          <a:sy n="109" d="100"/>
        </p:scale>
        <p:origin x="730"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iyaz Rahaman" userId="3001ba05a97f9ab1" providerId="LiveId" clId="{85B7E4A9-0174-4314-AF91-CEA42CF2574E}"/>
    <pc:docChg chg="undo custSel addSld delSld modSld sldOrd">
      <pc:chgData name="Fariyaz Rahaman" userId="3001ba05a97f9ab1" providerId="LiveId" clId="{85B7E4A9-0174-4314-AF91-CEA42CF2574E}" dt="2026-01-11T16:54:50.846" v="2662"/>
      <pc:docMkLst>
        <pc:docMk/>
      </pc:docMkLst>
      <pc:sldChg chg="addSp delSp modSp mod">
        <pc:chgData name="Fariyaz Rahaman" userId="3001ba05a97f9ab1" providerId="LiveId" clId="{85B7E4A9-0174-4314-AF91-CEA42CF2574E}" dt="2026-01-11T15:20:03.860" v="2613" actId="1076"/>
        <pc:sldMkLst>
          <pc:docMk/>
          <pc:sldMk cId="0" sldId="256"/>
        </pc:sldMkLst>
        <pc:spChg chg="mod">
          <ac:chgData name="Fariyaz Rahaman" userId="3001ba05a97f9ab1" providerId="LiveId" clId="{85B7E4A9-0174-4314-AF91-CEA42CF2574E}" dt="2026-01-11T12:15:53.852" v="2041" actId="2711"/>
          <ac:spMkLst>
            <pc:docMk/>
            <pc:sldMk cId="0" sldId="256"/>
            <ac:spMk id="2" creationId="{00000000-0000-0000-0000-000000000000}"/>
          </ac:spMkLst>
        </pc:spChg>
        <pc:spChg chg="mod">
          <ac:chgData name="Fariyaz Rahaman" userId="3001ba05a97f9ab1" providerId="LiveId" clId="{85B7E4A9-0174-4314-AF91-CEA42CF2574E}" dt="2026-01-11T15:20:00.003" v="2612" actId="14100"/>
          <ac:spMkLst>
            <pc:docMk/>
            <pc:sldMk cId="0" sldId="256"/>
            <ac:spMk id="3" creationId="{00000000-0000-0000-0000-000000000000}"/>
          </ac:spMkLst>
        </pc:spChg>
        <pc:spChg chg="mod">
          <ac:chgData name="Fariyaz Rahaman" userId="3001ba05a97f9ab1" providerId="LiveId" clId="{85B7E4A9-0174-4314-AF91-CEA42CF2574E}" dt="2026-01-11T12:11:05.115" v="1964" actId="20577"/>
          <ac:spMkLst>
            <pc:docMk/>
            <pc:sldMk cId="0" sldId="256"/>
            <ac:spMk id="4" creationId="{00000000-0000-0000-0000-000000000000}"/>
          </ac:spMkLst>
        </pc:spChg>
        <pc:spChg chg="add del mod">
          <ac:chgData name="Fariyaz Rahaman" userId="3001ba05a97f9ab1" providerId="LiveId" clId="{85B7E4A9-0174-4314-AF91-CEA42CF2574E}" dt="2026-01-11T12:13:39.100" v="1971"/>
          <ac:spMkLst>
            <pc:docMk/>
            <pc:sldMk cId="0" sldId="256"/>
            <ac:spMk id="5" creationId="{1CF70F79-3F45-9505-1DBE-045C3DF5D4C9}"/>
          </ac:spMkLst>
        </pc:spChg>
        <pc:spChg chg="add del mod">
          <ac:chgData name="Fariyaz Rahaman" userId="3001ba05a97f9ab1" providerId="LiveId" clId="{85B7E4A9-0174-4314-AF91-CEA42CF2574E}" dt="2026-01-11T12:13:39.100" v="1973"/>
          <ac:spMkLst>
            <pc:docMk/>
            <pc:sldMk cId="0" sldId="256"/>
            <ac:spMk id="6" creationId="{CD674075-037A-40DD-6A8C-500BDF4627C6}"/>
          </ac:spMkLst>
        </pc:spChg>
        <pc:spChg chg="add mod">
          <ac:chgData name="Fariyaz Rahaman" userId="3001ba05a97f9ab1" providerId="LiveId" clId="{85B7E4A9-0174-4314-AF91-CEA42CF2574E}" dt="2026-01-11T15:20:03.860" v="2613" actId="1076"/>
          <ac:spMkLst>
            <pc:docMk/>
            <pc:sldMk cId="0" sldId="256"/>
            <ac:spMk id="7" creationId="{A4AD16C0-210E-1F8D-D7E1-BDCFD26ADE83}"/>
          </ac:spMkLst>
        </pc:spChg>
        <pc:inkChg chg="add del">
          <ac:chgData name="Fariyaz Rahaman" userId="3001ba05a97f9ab1" providerId="LiveId" clId="{85B7E4A9-0174-4314-AF91-CEA42CF2574E}" dt="2026-01-10T18:31:11.598" v="697" actId="9405"/>
          <ac:inkMkLst>
            <pc:docMk/>
            <pc:sldMk cId="0" sldId="256"/>
            <ac:inkMk id="5" creationId="{C95250CB-FEC4-F862-9D3B-308A5DED16A5}"/>
          </ac:inkMkLst>
        </pc:inkChg>
      </pc:sldChg>
      <pc:sldChg chg="modSp mod">
        <pc:chgData name="Fariyaz Rahaman" userId="3001ba05a97f9ab1" providerId="LiveId" clId="{85B7E4A9-0174-4314-AF91-CEA42CF2574E}" dt="2026-01-11T15:26:22.013" v="2653" actId="20577"/>
        <pc:sldMkLst>
          <pc:docMk/>
          <pc:sldMk cId="0" sldId="257"/>
        </pc:sldMkLst>
        <pc:spChg chg="mod">
          <ac:chgData name="Fariyaz Rahaman" userId="3001ba05a97f9ab1" providerId="LiveId" clId="{85B7E4A9-0174-4314-AF91-CEA42CF2574E}" dt="2026-01-11T15:10:38.034" v="2551" actId="113"/>
          <ac:spMkLst>
            <pc:docMk/>
            <pc:sldMk cId="0" sldId="257"/>
            <ac:spMk id="3" creationId="{00000000-0000-0000-0000-000000000000}"/>
          </ac:spMkLst>
        </pc:spChg>
        <pc:spChg chg="mod">
          <ac:chgData name="Fariyaz Rahaman" userId="3001ba05a97f9ab1" providerId="LiveId" clId="{85B7E4A9-0174-4314-AF91-CEA42CF2574E}" dt="2026-01-11T15:26:22.013" v="2653" actId="20577"/>
          <ac:spMkLst>
            <pc:docMk/>
            <pc:sldMk cId="0" sldId="257"/>
            <ac:spMk id="4" creationId="{00000000-0000-0000-0000-000000000000}"/>
          </ac:spMkLst>
        </pc:spChg>
      </pc:sldChg>
      <pc:sldChg chg="del">
        <pc:chgData name="Fariyaz Rahaman" userId="3001ba05a97f9ab1" providerId="LiveId" clId="{85B7E4A9-0174-4314-AF91-CEA42CF2574E}" dt="2026-01-11T09:47:52.999" v="961" actId="2696"/>
        <pc:sldMkLst>
          <pc:docMk/>
          <pc:sldMk cId="0" sldId="259"/>
        </pc:sldMkLst>
      </pc:sldChg>
      <pc:sldChg chg="modSp mod">
        <pc:chgData name="Fariyaz Rahaman" userId="3001ba05a97f9ab1" providerId="LiveId" clId="{85B7E4A9-0174-4314-AF91-CEA42CF2574E}" dt="2026-01-11T15:09:38.556" v="2539" actId="113"/>
        <pc:sldMkLst>
          <pc:docMk/>
          <pc:sldMk cId="0" sldId="260"/>
        </pc:sldMkLst>
        <pc:spChg chg="mod">
          <ac:chgData name="Fariyaz Rahaman" userId="3001ba05a97f9ab1" providerId="LiveId" clId="{85B7E4A9-0174-4314-AF91-CEA42CF2574E}" dt="2026-01-11T15:09:38.556" v="2539" actId="113"/>
          <ac:spMkLst>
            <pc:docMk/>
            <pc:sldMk cId="0" sldId="260"/>
            <ac:spMk id="3" creationId="{00000000-0000-0000-0000-000000000000}"/>
          </ac:spMkLst>
        </pc:spChg>
        <pc:graphicFrameChg chg="mod modGraphic">
          <ac:chgData name="Fariyaz Rahaman" userId="3001ba05a97f9ab1" providerId="LiveId" clId="{85B7E4A9-0174-4314-AF91-CEA42CF2574E}" dt="2026-01-11T12:49:40.215" v="2088" actId="14734"/>
          <ac:graphicFrameMkLst>
            <pc:docMk/>
            <pc:sldMk cId="0" sldId="260"/>
            <ac:graphicFrameMk id="6" creationId="{076DEC77-EB40-17B6-6B17-D058AB4AD5BE}"/>
          </ac:graphicFrameMkLst>
        </pc:graphicFrameChg>
      </pc:sldChg>
      <pc:sldChg chg="modSp mod">
        <pc:chgData name="Fariyaz Rahaman" userId="3001ba05a97f9ab1" providerId="LiveId" clId="{85B7E4A9-0174-4314-AF91-CEA42CF2574E}" dt="2026-01-11T15:13:17.965" v="2561" actId="2711"/>
        <pc:sldMkLst>
          <pc:docMk/>
          <pc:sldMk cId="0" sldId="261"/>
        </pc:sldMkLst>
        <pc:spChg chg="mod">
          <ac:chgData name="Fariyaz Rahaman" userId="3001ba05a97f9ab1" providerId="LiveId" clId="{85B7E4A9-0174-4314-AF91-CEA42CF2574E}" dt="2026-01-11T14:58:44.607" v="2350" actId="113"/>
          <ac:spMkLst>
            <pc:docMk/>
            <pc:sldMk cId="0" sldId="261"/>
            <ac:spMk id="3" creationId="{00000000-0000-0000-0000-000000000000}"/>
          </ac:spMkLst>
        </pc:spChg>
        <pc:spChg chg="mod">
          <ac:chgData name="Fariyaz Rahaman" userId="3001ba05a97f9ab1" providerId="LiveId" clId="{85B7E4A9-0174-4314-AF91-CEA42CF2574E}" dt="2026-01-11T15:13:17.965" v="2561" actId="2711"/>
          <ac:spMkLst>
            <pc:docMk/>
            <pc:sldMk cId="0" sldId="261"/>
            <ac:spMk id="5" creationId="{31B9A368-F831-11E0-AE0E-02FE21C7391B}"/>
          </ac:spMkLst>
        </pc:spChg>
      </pc:sldChg>
      <pc:sldChg chg="addSp modSp mod">
        <pc:chgData name="Fariyaz Rahaman" userId="3001ba05a97f9ab1" providerId="LiveId" clId="{85B7E4A9-0174-4314-AF91-CEA42CF2574E}" dt="2026-01-11T15:01:03.238" v="2444" actId="1076"/>
        <pc:sldMkLst>
          <pc:docMk/>
          <pc:sldMk cId="0" sldId="264"/>
        </pc:sldMkLst>
        <pc:spChg chg="mod">
          <ac:chgData name="Fariyaz Rahaman" userId="3001ba05a97f9ab1" providerId="LiveId" clId="{85B7E4A9-0174-4314-AF91-CEA42CF2574E}" dt="2026-01-11T14:59:30.929" v="2416" actId="5793"/>
          <ac:spMkLst>
            <pc:docMk/>
            <pc:sldMk cId="0" sldId="264"/>
            <ac:spMk id="4" creationId="{00000000-0000-0000-0000-000000000000}"/>
          </ac:spMkLst>
        </pc:spChg>
        <pc:picChg chg="add mod">
          <ac:chgData name="Fariyaz Rahaman" userId="3001ba05a97f9ab1" providerId="LiveId" clId="{85B7E4A9-0174-4314-AF91-CEA42CF2574E}" dt="2026-01-11T15:00:08.730" v="2426" actId="1076"/>
          <ac:picMkLst>
            <pc:docMk/>
            <pc:sldMk cId="0" sldId="264"/>
            <ac:picMk id="6" creationId="{2EDB36B9-4499-9768-94A7-B0DB92D32EE9}"/>
          </ac:picMkLst>
        </pc:picChg>
        <pc:picChg chg="add mod">
          <ac:chgData name="Fariyaz Rahaman" userId="3001ba05a97f9ab1" providerId="LiveId" clId="{85B7E4A9-0174-4314-AF91-CEA42CF2574E}" dt="2026-01-11T15:01:03.238" v="2444" actId="1076"/>
          <ac:picMkLst>
            <pc:docMk/>
            <pc:sldMk cId="0" sldId="264"/>
            <ac:picMk id="8" creationId="{BB6791CC-A7D5-389D-4D19-546A09C472F0}"/>
          </ac:picMkLst>
        </pc:picChg>
        <pc:picChg chg="add mod">
          <ac:chgData name="Fariyaz Rahaman" userId="3001ba05a97f9ab1" providerId="LiveId" clId="{85B7E4A9-0174-4314-AF91-CEA42CF2574E}" dt="2026-01-11T15:00:59.310" v="2443" actId="1076"/>
          <ac:picMkLst>
            <pc:docMk/>
            <pc:sldMk cId="0" sldId="264"/>
            <ac:picMk id="10" creationId="{7C780BC5-DFA5-11AE-0167-68B181BF694E}"/>
          </ac:picMkLst>
        </pc:picChg>
        <pc:picChg chg="add mod">
          <ac:chgData name="Fariyaz Rahaman" userId="3001ba05a97f9ab1" providerId="LiveId" clId="{85B7E4A9-0174-4314-AF91-CEA42CF2574E}" dt="2026-01-11T15:00:50.885" v="2442" actId="14100"/>
          <ac:picMkLst>
            <pc:docMk/>
            <pc:sldMk cId="0" sldId="264"/>
            <ac:picMk id="12" creationId="{879B3415-24FD-5144-BA9F-27CB45BE66AB}"/>
          </ac:picMkLst>
        </pc:picChg>
        <pc:picChg chg="add mod">
          <ac:chgData name="Fariyaz Rahaman" userId="3001ba05a97f9ab1" providerId="LiveId" clId="{85B7E4A9-0174-4314-AF91-CEA42CF2574E}" dt="2026-01-11T14:59:42.681" v="2419" actId="14100"/>
          <ac:picMkLst>
            <pc:docMk/>
            <pc:sldMk cId="0" sldId="264"/>
            <ac:picMk id="14" creationId="{42109EFA-0FDE-AC4C-BD7A-B0B123B11D77}"/>
          </ac:picMkLst>
        </pc:picChg>
        <pc:picChg chg="add mod">
          <ac:chgData name="Fariyaz Rahaman" userId="3001ba05a97f9ab1" providerId="LiveId" clId="{85B7E4A9-0174-4314-AF91-CEA42CF2574E}" dt="2026-01-11T14:59:49.317" v="2420" actId="14100"/>
          <ac:picMkLst>
            <pc:docMk/>
            <pc:sldMk cId="0" sldId="264"/>
            <ac:picMk id="16" creationId="{BDEAB11F-672A-5719-4E3B-3FEAFB4B2A7B}"/>
          </ac:picMkLst>
        </pc:picChg>
      </pc:sldChg>
      <pc:sldChg chg="addSp delSp modSp mod">
        <pc:chgData name="Fariyaz Rahaman" userId="3001ba05a97f9ab1" providerId="LiveId" clId="{85B7E4A9-0174-4314-AF91-CEA42CF2574E}" dt="2026-01-11T14:58:34.981" v="2349" actId="115"/>
        <pc:sldMkLst>
          <pc:docMk/>
          <pc:sldMk cId="0" sldId="265"/>
        </pc:sldMkLst>
        <pc:spChg chg="mod">
          <ac:chgData name="Fariyaz Rahaman" userId="3001ba05a97f9ab1" providerId="LiveId" clId="{85B7E4A9-0174-4314-AF91-CEA42CF2574E}" dt="2026-01-11T14:58:34.981" v="2349" actId="115"/>
          <ac:spMkLst>
            <pc:docMk/>
            <pc:sldMk cId="0" sldId="265"/>
            <ac:spMk id="2" creationId="{00000000-0000-0000-0000-000000000000}"/>
          </ac:spMkLst>
        </pc:spChg>
        <pc:spChg chg="del mod">
          <ac:chgData name="Fariyaz Rahaman" userId="3001ba05a97f9ab1" providerId="LiveId" clId="{85B7E4A9-0174-4314-AF91-CEA42CF2574E}" dt="2026-01-11T14:56:02.363" v="2276" actId="21"/>
          <ac:spMkLst>
            <pc:docMk/>
            <pc:sldMk cId="0" sldId="265"/>
            <ac:spMk id="3" creationId="{00000000-0000-0000-0000-000000000000}"/>
          </ac:spMkLst>
        </pc:spChg>
        <pc:spChg chg="add mod">
          <ac:chgData name="Fariyaz Rahaman" userId="3001ba05a97f9ab1" providerId="LiveId" clId="{85B7E4A9-0174-4314-AF91-CEA42CF2574E}" dt="2026-01-11T14:57:10.072" v="2332" actId="255"/>
          <ac:spMkLst>
            <pc:docMk/>
            <pc:sldMk cId="0" sldId="265"/>
            <ac:spMk id="8" creationId="{671259DF-B18D-9672-5A89-0CA076F5D7F7}"/>
          </ac:spMkLst>
        </pc:spChg>
        <pc:spChg chg="add mod">
          <ac:chgData name="Fariyaz Rahaman" userId="3001ba05a97f9ab1" providerId="LiveId" clId="{85B7E4A9-0174-4314-AF91-CEA42CF2574E}" dt="2026-01-10T15:06:40.461" v="187"/>
          <ac:spMkLst>
            <pc:docMk/>
            <pc:sldMk cId="0" sldId="265"/>
            <ac:spMk id="9" creationId="{EDE5E421-E7CB-1F7E-CBC1-25607519DACB}"/>
          </ac:spMkLst>
        </pc:spChg>
        <pc:picChg chg="del mod">
          <ac:chgData name="Fariyaz Rahaman" userId="3001ba05a97f9ab1" providerId="LiveId" clId="{85B7E4A9-0174-4314-AF91-CEA42CF2574E}" dt="2026-01-11T14:55:56.534" v="2274" actId="21"/>
          <ac:picMkLst>
            <pc:docMk/>
            <pc:sldMk cId="0" sldId="265"/>
            <ac:picMk id="4" creationId="{00000000-0000-0000-0000-000000000000}"/>
          </ac:picMkLst>
        </pc:picChg>
        <pc:picChg chg="del mod">
          <ac:chgData name="Fariyaz Rahaman" userId="3001ba05a97f9ab1" providerId="LiveId" clId="{85B7E4A9-0174-4314-AF91-CEA42CF2574E}" dt="2026-01-11T14:55:50.894" v="2272" actId="21"/>
          <ac:picMkLst>
            <pc:docMk/>
            <pc:sldMk cId="0" sldId="265"/>
            <ac:picMk id="5" creationId="{00000000-0000-0000-0000-000000000000}"/>
          </ac:picMkLst>
        </pc:picChg>
        <pc:picChg chg="del mod">
          <ac:chgData name="Fariyaz Rahaman" userId="3001ba05a97f9ab1" providerId="LiveId" clId="{85B7E4A9-0174-4314-AF91-CEA42CF2574E}" dt="2026-01-11T14:55:53.740" v="2273" actId="21"/>
          <ac:picMkLst>
            <pc:docMk/>
            <pc:sldMk cId="0" sldId="265"/>
            <ac:picMk id="6" creationId="{00000000-0000-0000-0000-000000000000}"/>
          </ac:picMkLst>
        </pc:picChg>
        <pc:picChg chg="del mod">
          <ac:chgData name="Fariyaz Rahaman" userId="3001ba05a97f9ab1" providerId="LiveId" clId="{85B7E4A9-0174-4314-AF91-CEA42CF2574E}" dt="2026-01-11T14:55:59.061" v="2275" actId="21"/>
          <ac:picMkLst>
            <pc:docMk/>
            <pc:sldMk cId="0" sldId="265"/>
            <ac:picMk id="7" creationId="{00000000-0000-0000-0000-000000000000}"/>
          </ac:picMkLst>
        </pc:picChg>
      </pc:sldChg>
      <pc:sldChg chg="addSp delSp modSp mod">
        <pc:chgData name="Fariyaz Rahaman" userId="3001ba05a97f9ab1" providerId="LiveId" clId="{85B7E4A9-0174-4314-AF91-CEA42CF2574E}" dt="2026-01-11T15:01:39.528" v="2447" actId="115"/>
        <pc:sldMkLst>
          <pc:docMk/>
          <pc:sldMk cId="0" sldId="266"/>
        </pc:sldMkLst>
        <pc:spChg chg="mod">
          <ac:chgData name="Fariyaz Rahaman" userId="3001ba05a97f9ab1" providerId="LiveId" clId="{85B7E4A9-0174-4314-AF91-CEA42CF2574E}" dt="2026-01-11T15:01:39.528" v="2447" actId="115"/>
          <ac:spMkLst>
            <pc:docMk/>
            <pc:sldMk cId="0" sldId="266"/>
            <ac:spMk id="2" creationId="{00000000-0000-0000-0000-000000000000}"/>
          </ac:spMkLst>
        </pc:spChg>
        <pc:spChg chg="del">
          <ac:chgData name="Fariyaz Rahaman" userId="3001ba05a97f9ab1" providerId="LiveId" clId="{85B7E4A9-0174-4314-AF91-CEA42CF2574E}" dt="2026-01-10T14:34:00.936" v="54" actId="21"/>
          <ac:spMkLst>
            <pc:docMk/>
            <pc:sldMk cId="0" sldId="266"/>
            <ac:spMk id="4" creationId="{00000000-0000-0000-0000-000000000000}"/>
          </ac:spMkLst>
        </pc:spChg>
        <pc:spChg chg="del">
          <ac:chgData name="Fariyaz Rahaman" userId="3001ba05a97f9ab1" providerId="LiveId" clId="{85B7E4A9-0174-4314-AF91-CEA42CF2574E}" dt="2026-01-10T14:34:06.630" v="55" actId="21"/>
          <ac:spMkLst>
            <pc:docMk/>
            <pc:sldMk cId="0" sldId="266"/>
            <ac:spMk id="6" creationId="{00000000-0000-0000-0000-000000000000}"/>
          </ac:spMkLst>
        </pc:spChg>
        <pc:spChg chg="del">
          <ac:chgData name="Fariyaz Rahaman" userId="3001ba05a97f9ab1" providerId="LiveId" clId="{85B7E4A9-0174-4314-AF91-CEA42CF2574E}" dt="2026-01-10T14:34:10.447" v="56" actId="21"/>
          <ac:spMkLst>
            <pc:docMk/>
            <pc:sldMk cId="0" sldId="266"/>
            <ac:spMk id="9" creationId="{00000000-0000-0000-0000-000000000000}"/>
          </ac:spMkLst>
        </pc:spChg>
        <pc:spChg chg="del">
          <ac:chgData name="Fariyaz Rahaman" userId="3001ba05a97f9ab1" providerId="LiveId" clId="{85B7E4A9-0174-4314-AF91-CEA42CF2574E}" dt="2026-01-10T14:34:14.050" v="57" actId="21"/>
          <ac:spMkLst>
            <pc:docMk/>
            <pc:sldMk cId="0" sldId="266"/>
            <ac:spMk id="11" creationId="{00000000-0000-0000-0000-000000000000}"/>
          </ac:spMkLst>
        </pc:spChg>
        <pc:spChg chg="del">
          <ac:chgData name="Fariyaz Rahaman" userId="3001ba05a97f9ab1" providerId="LiveId" clId="{85B7E4A9-0174-4314-AF91-CEA42CF2574E}" dt="2026-01-10T14:34:19.085" v="58" actId="21"/>
          <ac:spMkLst>
            <pc:docMk/>
            <pc:sldMk cId="0" sldId="266"/>
            <ac:spMk id="13" creationId="{00000000-0000-0000-0000-000000000000}"/>
          </ac:spMkLst>
        </pc:spChg>
        <pc:spChg chg="del">
          <ac:chgData name="Fariyaz Rahaman" userId="3001ba05a97f9ab1" providerId="LiveId" clId="{85B7E4A9-0174-4314-AF91-CEA42CF2574E}" dt="2026-01-10T14:34:25.824" v="59" actId="21"/>
          <ac:spMkLst>
            <pc:docMk/>
            <pc:sldMk cId="0" sldId="266"/>
            <ac:spMk id="15" creationId="{00000000-0000-0000-0000-000000000000}"/>
          </ac:spMkLst>
        </pc:spChg>
        <pc:spChg chg="add del mod">
          <ac:chgData name="Fariyaz Rahaman" userId="3001ba05a97f9ab1" providerId="LiveId" clId="{85B7E4A9-0174-4314-AF91-CEA42CF2574E}" dt="2026-01-10T14:20:43.965" v="40"/>
          <ac:spMkLst>
            <pc:docMk/>
            <pc:sldMk cId="0" sldId="266"/>
            <ac:spMk id="16" creationId="{7EE4B897-01BB-1DAE-306C-DB5FC3E167F1}"/>
          </ac:spMkLst>
        </pc:spChg>
        <pc:spChg chg="add del mod">
          <ac:chgData name="Fariyaz Rahaman" userId="3001ba05a97f9ab1" providerId="LiveId" clId="{85B7E4A9-0174-4314-AF91-CEA42CF2574E}" dt="2026-01-10T14:36:20.894" v="69" actId="21"/>
          <ac:spMkLst>
            <pc:docMk/>
            <pc:sldMk cId="0" sldId="266"/>
            <ac:spMk id="18" creationId="{6D24EE01-8C31-29AF-691C-2CF795042C82}"/>
          </ac:spMkLst>
        </pc:spChg>
        <pc:spChg chg="add del">
          <ac:chgData name="Fariyaz Rahaman" userId="3001ba05a97f9ab1" providerId="LiveId" clId="{85B7E4A9-0174-4314-AF91-CEA42CF2574E}" dt="2026-01-10T14:31:31.283" v="51" actId="22"/>
          <ac:spMkLst>
            <pc:docMk/>
            <pc:sldMk cId="0" sldId="266"/>
            <ac:spMk id="20" creationId="{884627B1-A3BE-B9F4-89EF-B1D1990F810F}"/>
          </ac:spMkLst>
        </pc:spChg>
        <pc:spChg chg="add del mod">
          <ac:chgData name="Fariyaz Rahaman" userId="3001ba05a97f9ab1" providerId="LiveId" clId="{85B7E4A9-0174-4314-AF91-CEA42CF2574E}" dt="2026-01-10T14:36:04.455" v="68" actId="11529"/>
          <ac:spMkLst>
            <pc:docMk/>
            <pc:sldMk cId="0" sldId="266"/>
            <ac:spMk id="21" creationId="{CF2810B6-B605-2990-1570-24B6FDA90C39}"/>
          </ac:spMkLst>
        </pc:spChg>
        <pc:spChg chg="add mod">
          <ac:chgData name="Fariyaz Rahaman" userId="3001ba05a97f9ab1" providerId="LiveId" clId="{85B7E4A9-0174-4314-AF91-CEA42CF2574E}" dt="2026-01-10T15:03:18.164" v="166" actId="1076"/>
          <ac:spMkLst>
            <pc:docMk/>
            <pc:sldMk cId="0" sldId="266"/>
            <ac:spMk id="22" creationId="{5D1982C4-2FBE-83CC-1ED4-3FB54E83A9AE}"/>
          </ac:spMkLst>
        </pc:spChg>
        <pc:spChg chg="add del mod">
          <ac:chgData name="Fariyaz Rahaman" userId="3001ba05a97f9ab1" providerId="LiveId" clId="{85B7E4A9-0174-4314-AF91-CEA42CF2574E}" dt="2026-01-10T14:37:14.506" v="77"/>
          <ac:spMkLst>
            <pc:docMk/>
            <pc:sldMk cId="0" sldId="266"/>
            <ac:spMk id="23" creationId="{C6961BD2-148F-FFF0-A031-CC2547474B47}"/>
          </ac:spMkLst>
        </pc:spChg>
        <pc:spChg chg="add mod">
          <ac:chgData name="Fariyaz Rahaman" userId="3001ba05a97f9ab1" providerId="LiveId" clId="{85B7E4A9-0174-4314-AF91-CEA42CF2574E}" dt="2026-01-10T14:58:48.875" v="144" actId="14100"/>
          <ac:spMkLst>
            <pc:docMk/>
            <pc:sldMk cId="0" sldId="266"/>
            <ac:spMk id="24" creationId="{6D24EE01-8C31-29AF-691C-2CF795042C82}"/>
          </ac:spMkLst>
        </pc:spChg>
        <pc:spChg chg="add mod">
          <ac:chgData name="Fariyaz Rahaman" userId="3001ba05a97f9ab1" providerId="LiveId" clId="{85B7E4A9-0174-4314-AF91-CEA42CF2574E}" dt="2026-01-10T14:38:20.823" v="82" actId="13822"/>
          <ac:spMkLst>
            <pc:docMk/>
            <pc:sldMk cId="0" sldId="266"/>
            <ac:spMk id="27" creationId="{7A60C7D2-32BF-5AFF-34D4-79D1BA638EB5}"/>
          </ac:spMkLst>
        </pc:spChg>
        <pc:spChg chg="add mod">
          <ac:chgData name="Fariyaz Rahaman" userId="3001ba05a97f9ab1" providerId="LiveId" clId="{85B7E4A9-0174-4314-AF91-CEA42CF2574E}" dt="2026-01-10T14:39:32.515" v="85" actId="255"/>
          <ac:spMkLst>
            <pc:docMk/>
            <pc:sldMk cId="0" sldId="266"/>
            <ac:spMk id="28" creationId="{2B0DE4F9-B04F-715F-E50B-200741EBFFFD}"/>
          </ac:spMkLst>
        </pc:spChg>
        <pc:spChg chg="add mod">
          <ac:chgData name="Fariyaz Rahaman" userId="3001ba05a97f9ab1" providerId="LiveId" clId="{85B7E4A9-0174-4314-AF91-CEA42CF2574E}" dt="2026-01-10T14:40:59.709" v="89" actId="13822"/>
          <ac:spMkLst>
            <pc:docMk/>
            <pc:sldMk cId="0" sldId="266"/>
            <ac:spMk id="29" creationId="{835AA21D-CF24-D026-28CE-112225077EF2}"/>
          </ac:spMkLst>
        </pc:spChg>
        <pc:spChg chg="add mod">
          <ac:chgData name="Fariyaz Rahaman" userId="3001ba05a97f9ab1" providerId="LiveId" clId="{85B7E4A9-0174-4314-AF91-CEA42CF2574E}" dt="2026-01-10T14:41:28.078" v="92"/>
          <ac:spMkLst>
            <pc:docMk/>
            <pc:sldMk cId="0" sldId="266"/>
            <ac:spMk id="30" creationId="{30CF3A01-13AA-D320-D14E-9C44ED3E18F3}"/>
          </ac:spMkLst>
        </pc:spChg>
        <pc:spChg chg="add mod">
          <ac:chgData name="Fariyaz Rahaman" userId="3001ba05a97f9ab1" providerId="LiveId" clId="{85B7E4A9-0174-4314-AF91-CEA42CF2574E}" dt="2026-01-10T14:43:04.639" v="96" actId="1076"/>
          <ac:spMkLst>
            <pc:docMk/>
            <pc:sldMk cId="0" sldId="266"/>
            <ac:spMk id="31" creationId="{8AF3E1CD-654F-D142-46CC-3096A1152993}"/>
          </ac:spMkLst>
        </pc:spChg>
        <pc:spChg chg="add mod">
          <ac:chgData name="Fariyaz Rahaman" userId="3001ba05a97f9ab1" providerId="LiveId" clId="{85B7E4A9-0174-4314-AF91-CEA42CF2574E}" dt="2026-01-10T14:58:53.438" v="145" actId="120"/>
          <ac:spMkLst>
            <pc:docMk/>
            <pc:sldMk cId="0" sldId="266"/>
            <ac:spMk id="32" creationId="{675C8AAB-097F-DAEF-1707-2A041E0F642F}"/>
          </ac:spMkLst>
        </pc:spChg>
        <pc:spChg chg="add mod">
          <ac:chgData name="Fariyaz Rahaman" userId="3001ba05a97f9ab1" providerId="LiveId" clId="{85B7E4A9-0174-4314-AF91-CEA42CF2574E}" dt="2026-01-10T14:49:08.210" v="101" actId="13822"/>
          <ac:spMkLst>
            <pc:docMk/>
            <pc:sldMk cId="0" sldId="266"/>
            <ac:spMk id="33" creationId="{A0B13513-F09C-C0FA-6E35-A9248F795792}"/>
          </ac:spMkLst>
        </pc:spChg>
        <pc:spChg chg="add mod">
          <ac:chgData name="Fariyaz Rahaman" userId="3001ba05a97f9ab1" providerId="LiveId" clId="{85B7E4A9-0174-4314-AF91-CEA42CF2574E}" dt="2026-01-10T14:50:49.725" v="107" actId="14100"/>
          <ac:spMkLst>
            <pc:docMk/>
            <pc:sldMk cId="0" sldId="266"/>
            <ac:spMk id="34" creationId="{726E6ADA-583E-4734-F1B1-C4097EA3BBAD}"/>
          </ac:spMkLst>
        </pc:spChg>
        <pc:spChg chg="add mod">
          <ac:chgData name="Fariyaz Rahaman" userId="3001ba05a97f9ab1" providerId="LiveId" clId="{85B7E4A9-0174-4314-AF91-CEA42CF2574E}" dt="2026-01-10T15:03:35.186" v="168" actId="1076"/>
          <ac:spMkLst>
            <pc:docMk/>
            <pc:sldMk cId="0" sldId="266"/>
            <ac:spMk id="43" creationId="{47B37506-6DB5-2301-1324-ED9E10691C66}"/>
          </ac:spMkLst>
        </pc:spChg>
        <pc:spChg chg="add mod">
          <ac:chgData name="Fariyaz Rahaman" userId="3001ba05a97f9ab1" providerId="LiveId" clId="{85B7E4A9-0174-4314-AF91-CEA42CF2574E}" dt="2026-01-10T15:04:12.234" v="173" actId="1076"/>
          <ac:spMkLst>
            <pc:docMk/>
            <pc:sldMk cId="0" sldId="266"/>
            <ac:spMk id="44" creationId="{A001C575-EC33-FCD1-9A63-E8E9C30B8914}"/>
          </ac:spMkLst>
        </pc:spChg>
        <pc:spChg chg="add mod">
          <ac:chgData name="Fariyaz Rahaman" userId="3001ba05a97f9ab1" providerId="LiveId" clId="{85B7E4A9-0174-4314-AF91-CEA42CF2574E}" dt="2026-01-10T14:56:53.459" v="135" actId="1076"/>
          <ac:spMkLst>
            <pc:docMk/>
            <pc:sldMk cId="0" sldId="266"/>
            <ac:spMk id="45" creationId="{B33A2101-FA9D-3019-67AF-5DDB597859CC}"/>
          </ac:spMkLst>
        </pc:spChg>
        <pc:spChg chg="add mod">
          <ac:chgData name="Fariyaz Rahaman" userId="3001ba05a97f9ab1" providerId="LiveId" clId="{85B7E4A9-0174-4314-AF91-CEA42CF2574E}" dt="2026-01-10T15:05:50.552" v="182" actId="1076"/>
          <ac:spMkLst>
            <pc:docMk/>
            <pc:sldMk cId="0" sldId="266"/>
            <ac:spMk id="46" creationId="{211A0C99-9A74-5D52-74D9-DC6D5B24764F}"/>
          </ac:spMkLst>
        </pc:spChg>
        <pc:spChg chg="add mod">
          <ac:chgData name="Fariyaz Rahaman" userId="3001ba05a97f9ab1" providerId="LiveId" clId="{85B7E4A9-0174-4314-AF91-CEA42CF2574E}" dt="2026-01-10T14:57:46.808" v="139" actId="14100"/>
          <ac:spMkLst>
            <pc:docMk/>
            <pc:sldMk cId="0" sldId="266"/>
            <ac:spMk id="47" creationId="{F4867682-7EF3-6E23-DC7A-94CAB5CA17DD}"/>
          </ac:spMkLst>
        </pc:spChg>
        <pc:spChg chg="add mod">
          <ac:chgData name="Fariyaz Rahaman" userId="3001ba05a97f9ab1" providerId="LiveId" clId="{85B7E4A9-0174-4314-AF91-CEA42CF2574E}" dt="2026-01-10T15:03:29.186" v="167" actId="1076"/>
          <ac:spMkLst>
            <pc:docMk/>
            <pc:sldMk cId="0" sldId="266"/>
            <ac:spMk id="48" creationId="{50CC626A-7CEF-4F97-A613-29C1DD1F1299}"/>
          </ac:spMkLst>
        </pc:spChg>
        <pc:spChg chg="add mod">
          <ac:chgData name="Fariyaz Rahaman" userId="3001ba05a97f9ab1" providerId="LiveId" clId="{85B7E4A9-0174-4314-AF91-CEA42CF2574E}" dt="2026-01-10T15:04:40.314" v="176" actId="1076"/>
          <ac:spMkLst>
            <pc:docMk/>
            <pc:sldMk cId="0" sldId="266"/>
            <ac:spMk id="49" creationId="{32758ABF-EB18-055A-2111-6D306CB46197}"/>
          </ac:spMkLst>
        </pc:spChg>
        <pc:spChg chg="add mod">
          <ac:chgData name="Fariyaz Rahaman" userId="3001ba05a97f9ab1" providerId="LiveId" clId="{85B7E4A9-0174-4314-AF91-CEA42CF2574E}" dt="2026-01-10T15:04:57.905" v="178" actId="1076"/>
          <ac:spMkLst>
            <pc:docMk/>
            <pc:sldMk cId="0" sldId="266"/>
            <ac:spMk id="50" creationId="{E6B74A14-43E2-D176-6FC8-33578B43A71A}"/>
          </ac:spMkLst>
        </pc:spChg>
        <pc:spChg chg="add mod">
          <ac:chgData name="Fariyaz Rahaman" userId="3001ba05a97f9ab1" providerId="LiveId" clId="{85B7E4A9-0174-4314-AF91-CEA42CF2574E}" dt="2026-01-10T15:05:37.930" v="181" actId="1076"/>
          <ac:spMkLst>
            <pc:docMk/>
            <pc:sldMk cId="0" sldId="266"/>
            <ac:spMk id="51" creationId="{81B93A73-53CE-7B9C-93A6-45C6541F74F4}"/>
          </ac:spMkLst>
        </pc:spChg>
        <pc:spChg chg="add mod">
          <ac:chgData name="Fariyaz Rahaman" userId="3001ba05a97f9ab1" providerId="LiveId" clId="{85B7E4A9-0174-4314-AF91-CEA42CF2574E}" dt="2026-01-10T15:06:19.500" v="185" actId="1076"/>
          <ac:spMkLst>
            <pc:docMk/>
            <pc:sldMk cId="0" sldId="266"/>
            <ac:spMk id="52" creationId="{E6D294D8-AA20-A0C0-199B-4040B8D559DD}"/>
          </ac:spMkLst>
        </pc:spChg>
        <pc:spChg chg="add mod">
          <ac:chgData name="Fariyaz Rahaman" userId="3001ba05a97f9ab1" providerId="LiveId" clId="{85B7E4A9-0174-4314-AF91-CEA42CF2574E}" dt="2026-01-10T15:06:46.604" v="188"/>
          <ac:spMkLst>
            <pc:docMk/>
            <pc:sldMk cId="0" sldId="266"/>
            <ac:spMk id="73" creationId="{50D3C048-0271-EE0B-CE20-C9F8893B6CE2}"/>
          </ac:spMkLst>
        </pc:spChg>
        <pc:picChg chg="del">
          <ac:chgData name="Fariyaz Rahaman" userId="3001ba05a97f9ab1" providerId="LiveId" clId="{85B7E4A9-0174-4314-AF91-CEA42CF2574E}" dt="2026-01-10T14:20:03.423" v="34" actId="21"/>
          <ac:picMkLst>
            <pc:docMk/>
            <pc:sldMk cId="0" sldId="266"/>
            <ac:picMk id="3" creationId="{00000000-0000-0000-0000-000000000000}"/>
          </ac:picMkLst>
        </pc:picChg>
        <pc:picChg chg="del">
          <ac:chgData name="Fariyaz Rahaman" userId="3001ba05a97f9ab1" providerId="LiveId" clId="{85B7E4A9-0174-4314-AF91-CEA42CF2574E}" dt="2026-01-10T14:20:53.368" v="41" actId="21"/>
          <ac:picMkLst>
            <pc:docMk/>
            <pc:sldMk cId="0" sldId="266"/>
            <ac:picMk id="5" creationId="{00000000-0000-0000-0000-000000000000}"/>
          </ac:picMkLst>
        </pc:picChg>
        <pc:picChg chg="add del">
          <ac:chgData name="Fariyaz Rahaman" userId="3001ba05a97f9ab1" providerId="LiveId" clId="{85B7E4A9-0174-4314-AF91-CEA42CF2574E}" dt="2026-01-10T14:34:47.679" v="64" actId="21"/>
          <ac:picMkLst>
            <pc:docMk/>
            <pc:sldMk cId="0" sldId="266"/>
            <ac:picMk id="7" creationId="{00000000-0000-0000-0000-000000000000}"/>
          </ac:picMkLst>
        </pc:picChg>
        <pc:picChg chg="del mod">
          <ac:chgData name="Fariyaz Rahaman" userId="3001ba05a97f9ab1" providerId="LiveId" clId="{85B7E4A9-0174-4314-AF91-CEA42CF2574E}" dt="2026-01-10T14:34:41.694" v="63" actId="21"/>
          <ac:picMkLst>
            <pc:docMk/>
            <pc:sldMk cId="0" sldId="266"/>
            <ac:picMk id="8" creationId="{00000000-0000-0000-0000-000000000000}"/>
          </ac:picMkLst>
        </pc:picChg>
        <pc:picChg chg="del">
          <ac:chgData name="Fariyaz Rahaman" userId="3001ba05a97f9ab1" providerId="LiveId" clId="{85B7E4A9-0174-4314-AF91-CEA42CF2574E}" dt="2026-01-10T14:34:37.973" v="62" actId="21"/>
          <ac:picMkLst>
            <pc:docMk/>
            <pc:sldMk cId="0" sldId="266"/>
            <ac:picMk id="10" creationId="{00000000-0000-0000-0000-000000000000}"/>
          </ac:picMkLst>
        </pc:picChg>
        <pc:picChg chg="del">
          <ac:chgData name="Fariyaz Rahaman" userId="3001ba05a97f9ab1" providerId="LiveId" clId="{85B7E4A9-0174-4314-AF91-CEA42CF2574E}" dt="2026-01-10T14:34:35.310" v="61" actId="21"/>
          <ac:picMkLst>
            <pc:docMk/>
            <pc:sldMk cId="0" sldId="266"/>
            <ac:picMk id="12" creationId="{00000000-0000-0000-0000-000000000000}"/>
          </ac:picMkLst>
        </pc:picChg>
        <pc:picChg chg="del">
          <ac:chgData name="Fariyaz Rahaman" userId="3001ba05a97f9ab1" providerId="LiveId" clId="{85B7E4A9-0174-4314-AF91-CEA42CF2574E}" dt="2026-01-10T14:34:31.032" v="60" actId="21"/>
          <ac:picMkLst>
            <pc:docMk/>
            <pc:sldMk cId="0" sldId="266"/>
            <ac:picMk id="14" creationId="{00000000-0000-0000-0000-000000000000}"/>
          </ac:picMkLst>
        </pc:picChg>
        <pc:picChg chg="add del mod">
          <ac:chgData name="Fariyaz Rahaman" userId="3001ba05a97f9ab1" providerId="LiveId" clId="{85B7E4A9-0174-4314-AF91-CEA42CF2574E}" dt="2026-01-10T14:20:43.939" v="38" actId="21"/>
          <ac:picMkLst>
            <pc:docMk/>
            <pc:sldMk cId="0" sldId="266"/>
            <ac:picMk id="17" creationId="{00000000-0000-0000-0000-000000000000}"/>
          </ac:picMkLst>
        </pc:picChg>
        <pc:cxnChg chg="add del">
          <ac:chgData name="Fariyaz Rahaman" userId="3001ba05a97f9ab1" providerId="LiveId" clId="{85B7E4A9-0174-4314-AF91-CEA42CF2574E}" dt="2026-01-10T14:37:57.974" v="79" actId="11529"/>
          <ac:cxnSpMkLst>
            <pc:docMk/>
            <pc:sldMk cId="0" sldId="266"/>
            <ac:cxnSpMk id="26" creationId="{7FD42B51-A172-FC40-7A17-A6F1590BF5BD}"/>
          </ac:cxnSpMkLst>
        </pc:cxnChg>
        <pc:cxnChg chg="add mod">
          <ac:chgData name="Fariyaz Rahaman" userId="3001ba05a97f9ab1" providerId="LiveId" clId="{85B7E4A9-0174-4314-AF91-CEA42CF2574E}" dt="2026-01-10T15:03:18.164" v="166" actId="1076"/>
          <ac:cxnSpMkLst>
            <pc:docMk/>
            <pc:sldMk cId="0" sldId="266"/>
            <ac:cxnSpMk id="36" creationId="{D6370FC3-6707-3243-D466-56A1E442FF5C}"/>
          </ac:cxnSpMkLst>
        </pc:cxnChg>
        <pc:cxnChg chg="add mod">
          <ac:chgData name="Fariyaz Rahaman" userId="3001ba05a97f9ab1" providerId="LiveId" clId="{85B7E4A9-0174-4314-AF91-CEA42CF2574E}" dt="2026-01-10T14:51:14.237" v="109" actId="13822"/>
          <ac:cxnSpMkLst>
            <pc:docMk/>
            <pc:sldMk cId="0" sldId="266"/>
            <ac:cxnSpMk id="38" creationId="{2FCA8C46-C374-E9EA-C397-24ABD053E46C}"/>
          </ac:cxnSpMkLst>
        </pc:cxnChg>
        <pc:cxnChg chg="add mod">
          <ac:chgData name="Fariyaz Rahaman" userId="3001ba05a97f9ab1" providerId="LiveId" clId="{85B7E4A9-0174-4314-AF91-CEA42CF2574E}" dt="2026-01-10T14:51:30.856" v="111" actId="13822"/>
          <ac:cxnSpMkLst>
            <pc:docMk/>
            <pc:sldMk cId="0" sldId="266"/>
            <ac:cxnSpMk id="40" creationId="{4B88D6EE-2C33-DD60-E399-1A8AD6122930}"/>
          </ac:cxnSpMkLst>
        </pc:cxnChg>
        <pc:cxnChg chg="add mod">
          <ac:chgData name="Fariyaz Rahaman" userId="3001ba05a97f9ab1" providerId="LiveId" clId="{85B7E4A9-0174-4314-AF91-CEA42CF2574E}" dt="2026-01-10T14:51:50.916" v="113" actId="13822"/>
          <ac:cxnSpMkLst>
            <pc:docMk/>
            <pc:sldMk cId="0" sldId="266"/>
            <ac:cxnSpMk id="42" creationId="{7B675259-2377-F2E8-AD42-CC4ED321338F}"/>
          </ac:cxnSpMkLst>
        </pc:cxnChg>
        <pc:cxnChg chg="add mod">
          <ac:chgData name="Fariyaz Rahaman" userId="3001ba05a97f9ab1" providerId="LiveId" clId="{85B7E4A9-0174-4314-AF91-CEA42CF2574E}" dt="2026-01-10T15:03:39.707" v="169" actId="13822"/>
          <ac:cxnSpMkLst>
            <pc:docMk/>
            <pc:sldMk cId="0" sldId="266"/>
            <ac:cxnSpMk id="54" creationId="{6225C272-88D7-47BC-BF7E-6BED8F614835}"/>
          </ac:cxnSpMkLst>
        </pc:cxnChg>
        <pc:cxnChg chg="add mod">
          <ac:chgData name="Fariyaz Rahaman" userId="3001ba05a97f9ab1" providerId="LiveId" clId="{85B7E4A9-0174-4314-AF91-CEA42CF2574E}" dt="2026-01-10T15:04:40.314" v="176" actId="1076"/>
          <ac:cxnSpMkLst>
            <pc:docMk/>
            <pc:sldMk cId="0" sldId="266"/>
            <ac:cxnSpMk id="59" creationId="{DAABB76A-CECE-6827-76FF-0E16BD78D49F}"/>
          </ac:cxnSpMkLst>
        </pc:cxnChg>
        <pc:cxnChg chg="add mod">
          <ac:chgData name="Fariyaz Rahaman" userId="3001ba05a97f9ab1" providerId="LiveId" clId="{85B7E4A9-0174-4314-AF91-CEA42CF2574E}" dt="2026-01-10T15:05:02.335" v="179" actId="13822"/>
          <ac:cxnSpMkLst>
            <pc:docMk/>
            <pc:sldMk cId="0" sldId="266"/>
            <ac:cxnSpMk id="65" creationId="{65838E02-BB89-06ED-807D-4FDC8CAC44F0}"/>
          </ac:cxnSpMkLst>
        </pc:cxnChg>
        <pc:cxnChg chg="add mod">
          <ac:chgData name="Fariyaz Rahaman" userId="3001ba05a97f9ab1" providerId="LiveId" clId="{85B7E4A9-0174-4314-AF91-CEA42CF2574E}" dt="2026-01-10T15:05:55.136" v="183" actId="13822"/>
          <ac:cxnSpMkLst>
            <pc:docMk/>
            <pc:sldMk cId="0" sldId="266"/>
            <ac:cxnSpMk id="68" creationId="{72006DA6-3E38-0830-118D-92E19D62F8F5}"/>
          </ac:cxnSpMkLst>
        </pc:cxnChg>
        <pc:cxnChg chg="add mod">
          <ac:chgData name="Fariyaz Rahaman" userId="3001ba05a97f9ab1" providerId="LiveId" clId="{85B7E4A9-0174-4314-AF91-CEA42CF2574E}" dt="2026-01-10T15:06:22.581" v="186" actId="13822"/>
          <ac:cxnSpMkLst>
            <pc:docMk/>
            <pc:sldMk cId="0" sldId="266"/>
            <ac:cxnSpMk id="71" creationId="{05657B35-B14E-74CE-301C-3F74EA68397C}"/>
          </ac:cxnSpMkLst>
        </pc:cxnChg>
      </pc:sldChg>
      <pc:sldChg chg="addSp delSp modSp mod ord">
        <pc:chgData name="Fariyaz Rahaman" userId="3001ba05a97f9ab1" providerId="LiveId" clId="{85B7E4A9-0174-4314-AF91-CEA42CF2574E}" dt="2026-01-11T15:14:51.582" v="2565"/>
        <pc:sldMkLst>
          <pc:docMk/>
          <pc:sldMk cId="0" sldId="267"/>
        </pc:sldMkLst>
        <pc:spChg chg="mod">
          <ac:chgData name="Fariyaz Rahaman" userId="3001ba05a97f9ab1" providerId="LiveId" clId="{85B7E4A9-0174-4314-AF91-CEA42CF2574E}" dt="2026-01-11T15:02:10.693" v="2452" actId="115"/>
          <ac:spMkLst>
            <pc:docMk/>
            <pc:sldMk cId="0" sldId="267"/>
            <ac:spMk id="3" creationId="{00000000-0000-0000-0000-000000000000}"/>
          </ac:spMkLst>
        </pc:spChg>
        <pc:picChg chg="del">
          <ac:chgData name="Fariyaz Rahaman" userId="3001ba05a97f9ab1" providerId="LiveId" clId="{85B7E4A9-0174-4314-AF91-CEA42CF2574E}" dt="2026-01-10T15:37:45.225" v="189" actId="21"/>
          <ac:picMkLst>
            <pc:docMk/>
            <pc:sldMk cId="0" sldId="267"/>
            <ac:picMk id="2" creationId="{00000000-0000-0000-0000-000000000000}"/>
          </ac:picMkLst>
        </pc:picChg>
        <pc:picChg chg="add mod">
          <ac:chgData name="Fariyaz Rahaman" userId="3001ba05a97f9ab1" providerId="LiveId" clId="{85B7E4A9-0174-4314-AF91-CEA42CF2574E}" dt="2026-01-10T15:38:37.945" v="196" actId="14100"/>
          <ac:picMkLst>
            <pc:docMk/>
            <pc:sldMk cId="0" sldId="267"/>
            <ac:picMk id="5" creationId="{F690AC87-0436-3254-AEA1-809F820A0072}"/>
          </ac:picMkLst>
        </pc:picChg>
        <pc:inkChg chg="add del">
          <ac:chgData name="Fariyaz Rahaman" userId="3001ba05a97f9ab1" providerId="LiveId" clId="{85B7E4A9-0174-4314-AF91-CEA42CF2574E}" dt="2026-01-10T18:26:31.975" v="693" actId="9405"/>
          <ac:inkMkLst>
            <pc:docMk/>
            <pc:sldMk cId="0" sldId="267"/>
            <ac:inkMk id="2" creationId="{27079DE3-D9AB-6B50-FE49-DD1D5C4BC21B}"/>
          </ac:inkMkLst>
        </pc:inkChg>
        <pc:inkChg chg="add">
          <ac:chgData name="Fariyaz Rahaman" userId="3001ba05a97f9ab1" providerId="LiveId" clId="{85B7E4A9-0174-4314-AF91-CEA42CF2574E}" dt="2026-01-10T18:26:40.617" v="694" actId="9405"/>
          <ac:inkMkLst>
            <pc:docMk/>
            <pc:sldMk cId="0" sldId="267"/>
            <ac:inkMk id="4" creationId="{7EA555F9-3A02-3EA4-616F-CB799345DBDA}"/>
          </ac:inkMkLst>
        </pc:inkChg>
        <pc:inkChg chg="add">
          <ac:chgData name="Fariyaz Rahaman" userId="3001ba05a97f9ab1" providerId="LiveId" clId="{85B7E4A9-0174-4314-AF91-CEA42CF2574E}" dt="2026-01-10T18:26:49.426" v="695" actId="9405"/>
          <ac:inkMkLst>
            <pc:docMk/>
            <pc:sldMk cId="0" sldId="267"/>
            <ac:inkMk id="6" creationId="{F953B7E5-D084-4FFA-3FC8-B7C9A4106D8E}"/>
          </ac:inkMkLst>
        </pc:inkChg>
      </pc:sldChg>
      <pc:sldChg chg="addSp delSp modSp mod ord">
        <pc:chgData name="Fariyaz Rahaman" userId="3001ba05a97f9ab1" providerId="LiveId" clId="{85B7E4A9-0174-4314-AF91-CEA42CF2574E}" dt="2026-01-11T15:25:25.088" v="2648" actId="20577"/>
        <pc:sldMkLst>
          <pc:docMk/>
          <pc:sldMk cId="0" sldId="268"/>
        </pc:sldMkLst>
        <pc:spChg chg="add del mod">
          <ac:chgData name="Fariyaz Rahaman" userId="3001ba05a97f9ab1" providerId="LiveId" clId="{85B7E4A9-0174-4314-AF91-CEA42CF2574E}" dt="2026-01-11T12:32:39.315" v="2046" actId="21"/>
          <ac:spMkLst>
            <pc:docMk/>
            <pc:sldMk cId="0" sldId="268"/>
            <ac:spMk id="2" creationId="{2BC4B732-5EC6-44CD-76D3-6FBF89AC92D1}"/>
          </ac:spMkLst>
        </pc:spChg>
        <pc:spChg chg="add del mod">
          <ac:chgData name="Fariyaz Rahaman" userId="3001ba05a97f9ab1" providerId="LiveId" clId="{85B7E4A9-0174-4314-AF91-CEA42CF2574E}" dt="2026-01-10T18:00:31.135" v="383"/>
          <ac:spMkLst>
            <pc:docMk/>
            <pc:sldMk cId="0" sldId="268"/>
            <ac:spMk id="3" creationId="{7667EF66-B074-CA8E-C4C5-339288D4466A}"/>
          </ac:spMkLst>
        </pc:spChg>
        <pc:spChg chg="add del mod">
          <ac:chgData name="Fariyaz Rahaman" userId="3001ba05a97f9ab1" providerId="LiveId" clId="{85B7E4A9-0174-4314-AF91-CEA42CF2574E}" dt="2026-01-11T12:32:47.843" v="2048" actId="21"/>
          <ac:spMkLst>
            <pc:docMk/>
            <pc:sldMk cId="0" sldId="268"/>
            <ac:spMk id="4" creationId="{E6933044-8B8F-0728-BE81-93F5D4D9CC53}"/>
          </ac:spMkLst>
        </pc:spChg>
        <pc:spChg chg="add del mod">
          <ac:chgData name="Fariyaz Rahaman" userId="3001ba05a97f9ab1" providerId="LiveId" clId="{85B7E4A9-0174-4314-AF91-CEA42CF2574E}" dt="2026-01-11T12:32:53.117" v="2049" actId="21"/>
          <ac:spMkLst>
            <pc:docMk/>
            <pc:sldMk cId="0" sldId="268"/>
            <ac:spMk id="5" creationId="{ECB229E6-A8BC-11C1-8A4B-F7477CE5C3EB}"/>
          </ac:spMkLst>
        </pc:spChg>
        <pc:spChg chg="mod">
          <ac:chgData name="Fariyaz Rahaman" userId="3001ba05a97f9ab1" providerId="LiveId" clId="{85B7E4A9-0174-4314-AF91-CEA42CF2574E}" dt="2026-01-11T15:25:25.088" v="2648" actId="20577"/>
          <ac:spMkLst>
            <pc:docMk/>
            <pc:sldMk cId="0" sldId="268"/>
            <ac:spMk id="6" creationId="{00000000-0000-0000-0000-000000000000}"/>
          </ac:spMkLst>
        </pc:spChg>
        <pc:spChg chg="add del mod">
          <ac:chgData name="Fariyaz Rahaman" userId="3001ba05a97f9ab1" providerId="LiveId" clId="{85B7E4A9-0174-4314-AF91-CEA42CF2574E}" dt="2026-01-10T18:09:16.130" v="414" actId="11529"/>
          <ac:spMkLst>
            <pc:docMk/>
            <pc:sldMk cId="0" sldId="268"/>
            <ac:spMk id="7" creationId="{6ACC7920-15CB-C6CD-1164-F01B7CA0916F}"/>
          </ac:spMkLst>
        </pc:spChg>
        <pc:spChg chg="add mod">
          <ac:chgData name="Fariyaz Rahaman" userId="3001ba05a97f9ab1" providerId="LiveId" clId="{85B7E4A9-0174-4314-AF91-CEA42CF2574E}" dt="2026-01-10T15:40:17.537" v="240"/>
          <ac:spMkLst>
            <pc:docMk/>
            <pc:sldMk cId="0" sldId="268"/>
            <ac:spMk id="8" creationId="{65EA8BAF-2D47-7C7D-EFB7-B90710D3E1CF}"/>
          </ac:spMkLst>
        </pc:spChg>
        <pc:spChg chg="add del mod">
          <ac:chgData name="Fariyaz Rahaman" userId="3001ba05a97f9ab1" providerId="LiveId" clId="{85B7E4A9-0174-4314-AF91-CEA42CF2574E}" dt="2026-01-11T12:33:47.736" v="2058"/>
          <ac:spMkLst>
            <pc:docMk/>
            <pc:sldMk cId="0" sldId="268"/>
            <ac:spMk id="9" creationId="{A09AD2BE-FBD8-1C5F-E372-CF632E769B39}"/>
          </ac:spMkLst>
        </pc:spChg>
        <pc:spChg chg="add del mod">
          <ac:chgData name="Fariyaz Rahaman" userId="3001ba05a97f9ab1" providerId="LiveId" clId="{85B7E4A9-0174-4314-AF91-CEA42CF2574E}" dt="2026-01-11T12:33:47.730" v="2056" actId="21"/>
          <ac:spMkLst>
            <pc:docMk/>
            <pc:sldMk cId="0" sldId="268"/>
            <ac:spMk id="11" creationId="{ECB229E6-A8BC-11C1-8A4B-F7477CE5C3EB}"/>
          </ac:spMkLst>
        </pc:spChg>
        <pc:spChg chg="add del mod">
          <ac:chgData name="Fariyaz Rahaman" userId="3001ba05a97f9ab1" providerId="LiveId" clId="{85B7E4A9-0174-4314-AF91-CEA42CF2574E}" dt="2026-01-11T12:42:15.349" v="2080" actId="255"/>
          <ac:spMkLst>
            <pc:docMk/>
            <pc:sldMk cId="0" sldId="268"/>
            <ac:spMk id="13" creationId="{61703D30-7DE2-6994-E2BE-0E673D231471}"/>
          </ac:spMkLst>
        </pc:spChg>
        <pc:spChg chg="add">
          <ac:chgData name="Fariyaz Rahaman" userId="3001ba05a97f9ab1" providerId="LiveId" clId="{85B7E4A9-0174-4314-AF91-CEA42CF2574E}" dt="2026-01-11T12:34:38.710" v="2062"/>
          <ac:spMkLst>
            <pc:docMk/>
            <pc:sldMk cId="0" sldId="268"/>
            <ac:spMk id="15" creationId="{257ECD38-57A3-7FCB-B267-880F0D1DE61D}"/>
          </ac:spMkLst>
        </pc:spChg>
        <pc:grpChg chg="del">
          <ac:chgData name="Fariyaz Rahaman" userId="3001ba05a97f9ab1" providerId="LiveId" clId="{85B7E4A9-0174-4314-AF91-CEA42CF2574E}" dt="2026-01-10T15:39:00.868" v="197" actId="21"/>
          <ac:grpSpMkLst>
            <pc:docMk/>
            <pc:sldMk cId="0" sldId="268"/>
            <ac:grpSpMk id="2" creationId="{00000000-0000-0000-0000-000000000000}"/>
          </ac:grpSpMkLst>
        </pc:grpChg>
        <pc:graphicFrameChg chg="del modGraphic">
          <ac:chgData name="Fariyaz Rahaman" userId="3001ba05a97f9ab1" providerId="LiveId" clId="{85B7E4A9-0174-4314-AF91-CEA42CF2574E}" dt="2026-01-10T15:39:19.785" v="203" actId="21"/>
          <ac:graphicFrameMkLst>
            <pc:docMk/>
            <pc:sldMk cId="0" sldId="268"/>
            <ac:graphicFrameMk id="7" creationId="{00000000-0000-0000-0000-000000000000}"/>
          </ac:graphicFrameMkLst>
        </pc:graphicFrameChg>
        <pc:picChg chg="add del mod">
          <ac:chgData name="Fariyaz Rahaman" userId="3001ba05a97f9ab1" providerId="LiveId" clId="{85B7E4A9-0174-4314-AF91-CEA42CF2574E}" dt="2026-01-11T11:45:21.858" v="1930" actId="21"/>
          <ac:picMkLst>
            <pc:docMk/>
            <pc:sldMk cId="0" sldId="268"/>
            <ac:picMk id="7" creationId="{DEF0DBE5-9C7D-A73E-E53B-96D82F7D514B}"/>
          </ac:picMkLst>
        </pc:picChg>
        <pc:picChg chg="add del mod">
          <ac:chgData name="Fariyaz Rahaman" userId="3001ba05a97f9ab1" providerId="LiveId" clId="{85B7E4A9-0174-4314-AF91-CEA42CF2574E}" dt="2026-01-11T12:32:28.282" v="2044" actId="21"/>
          <ac:picMkLst>
            <pc:docMk/>
            <pc:sldMk cId="0" sldId="268"/>
            <ac:picMk id="10" creationId="{0C8BF547-6A03-FD2E-89B1-C851273D0857}"/>
          </ac:picMkLst>
        </pc:picChg>
        <pc:picChg chg="add del mod">
          <ac:chgData name="Fariyaz Rahaman" userId="3001ba05a97f9ab1" providerId="LiveId" clId="{85B7E4A9-0174-4314-AF91-CEA42CF2574E}" dt="2026-01-11T12:32:42.902" v="2047" actId="21"/>
          <ac:picMkLst>
            <pc:docMk/>
            <pc:sldMk cId="0" sldId="268"/>
            <ac:picMk id="12" creationId="{3BFDB936-D51A-D5AA-F448-4AB0BF6446A5}"/>
          </ac:picMkLst>
        </pc:picChg>
        <pc:picChg chg="add del mod">
          <ac:chgData name="Fariyaz Rahaman" userId="3001ba05a97f9ab1" providerId="LiveId" clId="{85B7E4A9-0174-4314-AF91-CEA42CF2574E}" dt="2026-01-11T12:32:30.585" v="2045" actId="21"/>
          <ac:picMkLst>
            <pc:docMk/>
            <pc:sldMk cId="0" sldId="268"/>
            <ac:picMk id="14" creationId="{C380627E-90A5-CEE0-6978-1F6863235578}"/>
          </ac:picMkLst>
        </pc:picChg>
      </pc:sldChg>
      <pc:sldChg chg="addSp delSp modSp mod ord">
        <pc:chgData name="Fariyaz Rahaman" userId="3001ba05a97f9ab1" providerId="LiveId" clId="{85B7E4A9-0174-4314-AF91-CEA42CF2574E}" dt="2026-01-11T16:54:50.846" v="2662"/>
        <pc:sldMkLst>
          <pc:docMk/>
          <pc:sldMk cId="0" sldId="269"/>
        </pc:sldMkLst>
        <pc:spChg chg="del mod">
          <ac:chgData name="Fariyaz Rahaman" userId="3001ba05a97f9ab1" providerId="LiveId" clId="{85B7E4A9-0174-4314-AF91-CEA42CF2574E}" dt="2026-01-10T16:17:15.085" v="320" actId="21"/>
          <ac:spMkLst>
            <pc:docMk/>
            <pc:sldMk cId="0" sldId="269"/>
            <ac:spMk id="4" creationId="{00000000-0000-0000-0000-000000000000}"/>
          </ac:spMkLst>
        </pc:spChg>
        <pc:spChg chg="add mod">
          <ac:chgData name="Fariyaz Rahaman" userId="3001ba05a97f9ab1" providerId="LiveId" clId="{85B7E4A9-0174-4314-AF91-CEA42CF2574E}" dt="2026-01-11T12:43:36.231" v="2085" actId="2711"/>
          <ac:spMkLst>
            <pc:docMk/>
            <pc:sldMk cId="0" sldId="269"/>
            <ac:spMk id="4" creationId="{5DCB8198-005B-0DBD-0DEE-7F13D4E61911}"/>
          </ac:spMkLst>
        </pc:spChg>
        <pc:spChg chg="add del mod">
          <ac:chgData name="Fariyaz Rahaman" userId="3001ba05a97f9ab1" providerId="LiveId" clId="{85B7E4A9-0174-4314-AF91-CEA42CF2574E}" dt="2026-01-10T18:08:24.042" v="409"/>
          <ac:spMkLst>
            <pc:docMk/>
            <pc:sldMk cId="0" sldId="269"/>
            <ac:spMk id="5" creationId="{060B0B51-264E-FA27-8F38-90BADD2F08DB}"/>
          </ac:spMkLst>
        </pc:spChg>
        <pc:spChg chg="add del mod">
          <ac:chgData name="Fariyaz Rahaman" userId="3001ba05a97f9ab1" providerId="LiveId" clId="{85B7E4A9-0174-4314-AF91-CEA42CF2574E}" dt="2026-01-11T11:39:24.595" v="1912"/>
          <ac:spMkLst>
            <pc:docMk/>
            <pc:sldMk cId="0" sldId="269"/>
            <ac:spMk id="5" creationId="{0C625436-D684-05C1-C36B-169285674229}"/>
          </ac:spMkLst>
        </pc:spChg>
        <pc:spChg chg="add mod">
          <ac:chgData name="Fariyaz Rahaman" userId="3001ba05a97f9ab1" providerId="LiveId" clId="{85B7E4A9-0174-4314-AF91-CEA42CF2574E}" dt="2026-01-11T12:43:51.173" v="2086" actId="2711"/>
          <ac:spMkLst>
            <pc:docMk/>
            <pc:sldMk cId="0" sldId="269"/>
            <ac:spMk id="6" creationId="{1F26AFC2-757C-3747-8031-0A087EF720F9}"/>
          </ac:spMkLst>
        </pc:spChg>
        <pc:spChg chg="add mod">
          <ac:chgData name="Fariyaz Rahaman" userId="3001ba05a97f9ab1" providerId="LiveId" clId="{85B7E4A9-0174-4314-AF91-CEA42CF2574E}" dt="2026-01-11T15:08:20.589" v="2530" actId="113"/>
          <ac:spMkLst>
            <pc:docMk/>
            <pc:sldMk cId="0" sldId="269"/>
            <ac:spMk id="7" creationId="{AD2DE9A1-3BF6-8D4E-DECF-B6C9D5009CCC}"/>
          </ac:spMkLst>
        </pc:spChg>
        <pc:picChg chg="del">
          <ac:chgData name="Fariyaz Rahaman" userId="3001ba05a97f9ab1" providerId="LiveId" clId="{85B7E4A9-0174-4314-AF91-CEA42CF2574E}" dt="2026-01-10T16:16:51.893" v="307" actId="21"/>
          <ac:picMkLst>
            <pc:docMk/>
            <pc:sldMk cId="0" sldId="269"/>
            <ac:picMk id="5" creationId="{00000000-0000-0000-0000-000000000000}"/>
          </ac:picMkLst>
        </pc:picChg>
        <pc:picChg chg="del">
          <ac:chgData name="Fariyaz Rahaman" userId="3001ba05a97f9ab1" providerId="LiveId" clId="{85B7E4A9-0174-4314-AF91-CEA42CF2574E}" dt="2026-01-10T16:16:56.198" v="308" actId="21"/>
          <ac:picMkLst>
            <pc:docMk/>
            <pc:sldMk cId="0" sldId="269"/>
            <ac:picMk id="6" creationId="{00000000-0000-0000-0000-000000000000}"/>
          </ac:picMkLst>
        </pc:picChg>
        <pc:picChg chg="add mod">
          <ac:chgData name="Fariyaz Rahaman" userId="3001ba05a97f9ab1" providerId="LiveId" clId="{85B7E4A9-0174-4314-AF91-CEA42CF2574E}" dt="2026-01-11T11:48:10.325" v="1934" actId="1076"/>
          <ac:picMkLst>
            <pc:docMk/>
            <pc:sldMk cId="0" sldId="269"/>
            <ac:picMk id="8" creationId="{78D97E02-93CE-1F1F-438F-BEA2298D72AF}"/>
          </ac:picMkLst>
        </pc:picChg>
        <pc:picChg chg="add mod">
          <ac:chgData name="Fariyaz Rahaman" userId="3001ba05a97f9ab1" providerId="LiveId" clId="{85B7E4A9-0174-4314-AF91-CEA42CF2574E}" dt="2026-01-11T11:48:07.659" v="1933" actId="1076"/>
          <ac:picMkLst>
            <pc:docMk/>
            <pc:sldMk cId="0" sldId="269"/>
            <ac:picMk id="10" creationId="{C5083C56-472D-F322-9CDE-2D64640E46C7}"/>
          </ac:picMkLst>
        </pc:picChg>
        <pc:picChg chg="add del mod">
          <ac:chgData name="Fariyaz Rahaman" userId="3001ba05a97f9ab1" providerId="LiveId" clId="{85B7E4A9-0174-4314-AF91-CEA42CF2574E}" dt="2026-01-10T16:31:35.822" v="349" actId="21"/>
          <ac:picMkLst>
            <pc:docMk/>
            <pc:sldMk cId="0" sldId="269"/>
            <ac:picMk id="11" creationId="{459C8B75-A4E8-828C-8CCA-BFEBACD6DB26}"/>
          </ac:picMkLst>
        </pc:picChg>
      </pc:sldChg>
      <pc:sldChg chg="addSp delSp modSp mod">
        <pc:chgData name="Fariyaz Rahaman" userId="3001ba05a97f9ab1" providerId="LiveId" clId="{85B7E4A9-0174-4314-AF91-CEA42CF2574E}" dt="2026-01-11T15:16:06.912" v="2571" actId="115"/>
        <pc:sldMkLst>
          <pc:docMk/>
          <pc:sldMk cId="0" sldId="270"/>
        </pc:sldMkLst>
        <pc:spChg chg="mod">
          <ac:chgData name="Fariyaz Rahaman" userId="3001ba05a97f9ab1" providerId="LiveId" clId="{85B7E4A9-0174-4314-AF91-CEA42CF2574E}" dt="2026-01-10T15:52:55.962" v="304" actId="14826"/>
          <ac:spMkLst>
            <pc:docMk/>
            <pc:sldMk cId="0" sldId="270"/>
            <ac:spMk id="4" creationId="{00000000-0000-0000-0000-000000000000}"/>
          </ac:spMkLst>
        </pc:spChg>
        <pc:spChg chg="mod">
          <ac:chgData name="Fariyaz Rahaman" userId="3001ba05a97f9ab1" providerId="LiveId" clId="{85B7E4A9-0174-4314-AF91-CEA42CF2574E}" dt="2026-01-10T15:53:12.412" v="305" actId="1076"/>
          <ac:spMkLst>
            <pc:docMk/>
            <pc:sldMk cId="0" sldId="270"/>
            <ac:spMk id="7" creationId="{00000000-0000-0000-0000-000000000000}"/>
          </ac:spMkLst>
        </pc:spChg>
        <pc:spChg chg="del mod">
          <ac:chgData name="Fariyaz Rahaman" userId="3001ba05a97f9ab1" providerId="LiveId" clId="{85B7E4A9-0174-4314-AF91-CEA42CF2574E}" dt="2026-01-10T15:42:34.807" v="272" actId="21"/>
          <ac:spMkLst>
            <pc:docMk/>
            <pc:sldMk cId="0" sldId="270"/>
            <ac:spMk id="8" creationId="{00000000-0000-0000-0000-000000000000}"/>
          </ac:spMkLst>
        </pc:spChg>
        <pc:spChg chg="mod">
          <ac:chgData name="Fariyaz Rahaman" userId="3001ba05a97f9ab1" providerId="LiveId" clId="{85B7E4A9-0174-4314-AF91-CEA42CF2574E}" dt="2026-01-10T15:53:17.590" v="306" actId="1076"/>
          <ac:spMkLst>
            <pc:docMk/>
            <pc:sldMk cId="0" sldId="270"/>
            <ac:spMk id="9" creationId="{00000000-0000-0000-0000-000000000000}"/>
          </ac:spMkLst>
        </pc:spChg>
        <pc:spChg chg="add mod">
          <ac:chgData name="Fariyaz Rahaman" userId="3001ba05a97f9ab1" providerId="LiveId" clId="{85B7E4A9-0174-4314-AF91-CEA42CF2574E}" dt="2026-01-11T15:16:06.912" v="2571" actId="115"/>
          <ac:spMkLst>
            <pc:docMk/>
            <pc:sldMk cId="0" sldId="270"/>
            <ac:spMk id="10" creationId="{BACF4A72-A2AD-5997-1A40-1155BE01EC37}"/>
          </ac:spMkLst>
        </pc:spChg>
        <pc:grpChg chg="mod">
          <ac:chgData name="Fariyaz Rahaman" userId="3001ba05a97f9ab1" providerId="LiveId" clId="{85B7E4A9-0174-4314-AF91-CEA42CF2574E}" dt="2026-01-10T15:52:55.962" v="304" actId="14826"/>
          <ac:grpSpMkLst>
            <pc:docMk/>
            <pc:sldMk cId="0" sldId="270"/>
            <ac:grpSpMk id="3" creationId="{00000000-0000-0000-0000-000000000000}"/>
          </ac:grpSpMkLst>
        </pc:grpChg>
        <pc:picChg chg="mod">
          <ac:chgData name="Fariyaz Rahaman" userId="3001ba05a97f9ab1" providerId="LiveId" clId="{85B7E4A9-0174-4314-AF91-CEA42CF2574E}" dt="2026-01-10T15:52:55.962" v="304" actId="14826"/>
          <ac:picMkLst>
            <pc:docMk/>
            <pc:sldMk cId="0" sldId="270"/>
            <ac:picMk id="5" creationId="{00000000-0000-0000-0000-000000000000}"/>
          </ac:picMkLst>
        </pc:picChg>
        <pc:picChg chg="mod">
          <ac:chgData name="Fariyaz Rahaman" userId="3001ba05a97f9ab1" providerId="LiveId" clId="{85B7E4A9-0174-4314-AF91-CEA42CF2574E}" dt="2026-01-10T15:52:55.962" v="304" actId="14826"/>
          <ac:picMkLst>
            <pc:docMk/>
            <pc:sldMk cId="0" sldId="270"/>
            <ac:picMk id="6" creationId="{00000000-0000-0000-0000-000000000000}"/>
          </ac:picMkLst>
        </pc:picChg>
      </pc:sldChg>
      <pc:sldChg chg="addSp delSp modSp mod">
        <pc:chgData name="Fariyaz Rahaman" userId="3001ba05a97f9ab1" providerId="LiveId" clId="{85B7E4A9-0174-4314-AF91-CEA42CF2574E}" dt="2026-01-11T15:16:20.741" v="2574" actId="115"/>
        <pc:sldMkLst>
          <pc:docMk/>
          <pc:sldMk cId="0" sldId="271"/>
        </pc:sldMkLst>
        <pc:spChg chg="mod">
          <ac:chgData name="Fariyaz Rahaman" userId="3001ba05a97f9ab1" providerId="LiveId" clId="{85B7E4A9-0174-4314-AF91-CEA42CF2574E}" dt="2026-01-11T15:16:20.741" v="2574" actId="115"/>
          <ac:spMkLst>
            <pc:docMk/>
            <pc:sldMk cId="0" sldId="271"/>
            <ac:spMk id="3" creationId="{00000000-0000-0000-0000-000000000000}"/>
          </ac:spMkLst>
        </pc:spChg>
        <pc:spChg chg="del mod">
          <ac:chgData name="Fariyaz Rahaman" userId="3001ba05a97f9ab1" providerId="LiveId" clId="{85B7E4A9-0174-4314-AF91-CEA42CF2574E}" dt="2026-01-10T16:35:46.241" v="368"/>
          <ac:spMkLst>
            <pc:docMk/>
            <pc:sldMk cId="0" sldId="271"/>
            <ac:spMk id="4" creationId="{00000000-0000-0000-0000-000000000000}"/>
          </ac:spMkLst>
        </pc:spChg>
        <pc:spChg chg="add del mod">
          <ac:chgData name="Fariyaz Rahaman" userId="3001ba05a97f9ab1" providerId="LiveId" clId="{85B7E4A9-0174-4314-AF91-CEA42CF2574E}" dt="2026-01-10T18:22:47.727" v="684"/>
          <ac:spMkLst>
            <pc:docMk/>
            <pc:sldMk cId="0" sldId="271"/>
            <ac:spMk id="4" creationId="{72931370-3991-BF9C-1BCD-A0016B2774F2}"/>
          </ac:spMkLst>
        </pc:spChg>
        <pc:spChg chg="add mod">
          <ac:chgData name="Fariyaz Rahaman" userId="3001ba05a97f9ab1" providerId="LiveId" clId="{85B7E4A9-0174-4314-AF91-CEA42CF2574E}" dt="2026-01-11T10:04:02.949" v="1002" actId="2711"/>
          <ac:spMkLst>
            <pc:docMk/>
            <pc:sldMk cId="0" sldId="271"/>
            <ac:spMk id="5" creationId="{0DB86AB9-B383-756F-F24C-24517C06D79F}"/>
          </ac:spMkLst>
        </pc:spChg>
      </pc:sldChg>
      <pc:sldChg chg="addSp delSp modSp mod">
        <pc:chgData name="Fariyaz Rahaman" userId="3001ba05a97f9ab1" providerId="LiveId" clId="{85B7E4A9-0174-4314-AF91-CEA42CF2574E}" dt="2026-01-11T15:16:43.739" v="2577" actId="115"/>
        <pc:sldMkLst>
          <pc:docMk/>
          <pc:sldMk cId="0" sldId="272"/>
        </pc:sldMkLst>
        <pc:spChg chg="mod">
          <ac:chgData name="Fariyaz Rahaman" userId="3001ba05a97f9ab1" providerId="LiveId" clId="{85B7E4A9-0174-4314-AF91-CEA42CF2574E}" dt="2026-01-11T15:16:43.739" v="2577" actId="115"/>
          <ac:spMkLst>
            <pc:docMk/>
            <pc:sldMk cId="0" sldId="272"/>
            <ac:spMk id="3" creationId="{00000000-0000-0000-0000-000000000000}"/>
          </ac:spMkLst>
        </pc:spChg>
        <pc:spChg chg="del mod">
          <ac:chgData name="Fariyaz Rahaman" userId="3001ba05a97f9ab1" providerId="LiveId" clId="{85B7E4A9-0174-4314-AF91-CEA42CF2574E}" dt="2026-01-10T18:11:28.757" v="420"/>
          <ac:spMkLst>
            <pc:docMk/>
            <pc:sldMk cId="0" sldId="272"/>
            <ac:spMk id="4" creationId="{00000000-0000-0000-0000-000000000000}"/>
          </ac:spMkLst>
        </pc:spChg>
        <pc:spChg chg="add mod">
          <ac:chgData name="Fariyaz Rahaman" userId="3001ba05a97f9ab1" providerId="LiveId" clId="{85B7E4A9-0174-4314-AF91-CEA42CF2574E}" dt="2026-01-10T18:11:19.497" v="418" actId="255"/>
          <ac:spMkLst>
            <pc:docMk/>
            <pc:sldMk cId="0" sldId="272"/>
            <ac:spMk id="5" creationId="{E4A76E12-4C87-7062-1B93-7251B9BEE039}"/>
          </ac:spMkLst>
        </pc:spChg>
        <pc:spChg chg="add del mod">
          <ac:chgData name="Fariyaz Rahaman" userId="3001ba05a97f9ab1" providerId="LiveId" clId="{85B7E4A9-0174-4314-AF91-CEA42CF2574E}" dt="2026-01-10T18:12:38.438" v="434"/>
          <ac:spMkLst>
            <pc:docMk/>
            <pc:sldMk cId="0" sldId="272"/>
            <ac:spMk id="6" creationId="{4EA9409F-F81D-F392-94C1-D4C2D5C3CABC}"/>
          </ac:spMkLst>
        </pc:spChg>
        <pc:spChg chg="add del mod">
          <ac:chgData name="Fariyaz Rahaman" userId="3001ba05a97f9ab1" providerId="LiveId" clId="{85B7E4A9-0174-4314-AF91-CEA42CF2574E}" dt="2026-01-10T18:14:31.680" v="444"/>
          <ac:spMkLst>
            <pc:docMk/>
            <pc:sldMk cId="0" sldId="272"/>
            <ac:spMk id="7" creationId="{2240AFDC-1E53-DEDF-2350-01A42F8ED7C1}"/>
          </ac:spMkLst>
        </pc:spChg>
        <pc:spChg chg="add">
          <ac:chgData name="Fariyaz Rahaman" userId="3001ba05a97f9ab1" providerId="LiveId" clId="{85B7E4A9-0174-4314-AF91-CEA42CF2574E}" dt="2026-01-10T18:14:27.599" v="442"/>
          <ac:spMkLst>
            <pc:docMk/>
            <pc:sldMk cId="0" sldId="272"/>
            <ac:spMk id="8" creationId="{C9E8D5DE-9445-E6E4-18EB-CB4EC75C5996}"/>
          </ac:spMkLst>
        </pc:spChg>
        <pc:spChg chg="add del mod">
          <ac:chgData name="Fariyaz Rahaman" userId="3001ba05a97f9ab1" providerId="LiveId" clId="{85B7E4A9-0174-4314-AF91-CEA42CF2574E}" dt="2026-01-10T18:15:09.256" v="453" actId="255"/>
          <ac:spMkLst>
            <pc:docMk/>
            <pc:sldMk cId="0" sldId="272"/>
            <ac:spMk id="9" creationId="{D8D1113F-B878-035A-708F-A6CACE35ED56}"/>
          </ac:spMkLst>
        </pc:spChg>
        <pc:spChg chg="add">
          <ac:chgData name="Fariyaz Rahaman" userId="3001ba05a97f9ab1" providerId="LiveId" clId="{85B7E4A9-0174-4314-AF91-CEA42CF2574E}" dt="2026-01-10T18:14:46.239" v="447"/>
          <ac:spMkLst>
            <pc:docMk/>
            <pc:sldMk cId="0" sldId="272"/>
            <ac:spMk id="10" creationId="{1B3F3D88-9186-2D3C-3B9B-C740B5573DF5}"/>
          </ac:spMkLst>
        </pc:spChg>
        <pc:spChg chg="add">
          <ac:chgData name="Fariyaz Rahaman" userId="3001ba05a97f9ab1" providerId="LiveId" clId="{85B7E4A9-0174-4314-AF91-CEA42CF2574E}" dt="2026-01-10T18:15:10.849" v="454"/>
          <ac:spMkLst>
            <pc:docMk/>
            <pc:sldMk cId="0" sldId="272"/>
            <ac:spMk id="11" creationId="{95FDEC45-BED7-7E0C-B371-84D7E2E34DAF}"/>
          </ac:spMkLst>
        </pc:spChg>
        <pc:spChg chg="add mod">
          <ac:chgData name="Fariyaz Rahaman" userId="3001ba05a97f9ab1" providerId="LiveId" clId="{85B7E4A9-0174-4314-AF91-CEA42CF2574E}" dt="2026-01-11T09:57:32.095" v="984" actId="2711"/>
          <ac:spMkLst>
            <pc:docMk/>
            <pc:sldMk cId="0" sldId="272"/>
            <ac:spMk id="12" creationId="{C8A86B47-D98B-6137-D741-94FDC7AD5EA1}"/>
          </ac:spMkLst>
        </pc:spChg>
      </pc:sldChg>
      <pc:sldChg chg="addSp delSp modSp mod">
        <pc:chgData name="Fariyaz Rahaman" userId="3001ba05a97f9ab1" providerId="LiveId" clId="{85B7E4A9-0174-4314-AF91-CEA42CF2574E}" dt="2026-01-11T15:10:27.438" v="2548" actId="113"/>
        <pc:sldMkLst>
          <pc:docMk/>
          <pc:sldMk cId="1567759910" sldId="274"/>
        </pc:sldMkLst>
        <pc:spChg chg="mod">
          <ac:chgData name="Fariyaz Rahaman" userId="3001ba05a97f9ab1" providerId="LiveId" clId="{85B7E4A9-0174-4314-AF91-CEA42CF2574E}" dt="2026-01-11T15:10:27.438" v="2548" actId="113"/>
          <ac:spMkLst>
            <pc:docMk/>
            <pc:sldMk cId="1567759910" sldId="274"/>
            <ac:spMk id="3" creationId="{B0D5EDC8-3B75-3303-8324-D6285F61F63E}"/>
          </ac:spMkLst>
        </pc:spChg>
        <pc:spChg chg="add">
          <ac:chgData name="Fariyaz Rahaman" userId="3001ba05a97f9ab1" providerId="LiveId" clId="{85B7E4A9-0174-4314-AF91-CEA42CF2574E}" dt="2026-01-11T09:34:15.594" v="778"/>
          <ac:spMkLst>
            <pc:docMk/>
            <pc:sldMk cId="1567759910" sldId="274"/>
            <ac:spMk id="4" creationId="{C4328233-43ED-01EB-E4EA-FB1D3EB22261}"/>
          </ac:spMkLst>
        </pc:spChg>
        <pc:spChg chg="add">
          <ac:chgData name="Fariyaz Rahaman" userId="3001ba05a97f9ab1" providerId="LiveId" clId="{85B7E4A9-0174-4314-AF91-CEA42CF2574E}" dt="2026-01-11T09:34:32.360" v="780"/>
          <ac:spMkLst>
            <pc:docMk/>
            <pc:sldMk cId="1567759910" sldId="274"/>
            <ac:spMk id="5" creationId="{01CF27E2-6871-709F-49B7-46DDB596B64E}"/>
          </ac:spMkLst>
        </pc:spChg>
        <pc:spChg chg="add del mod">
          <ac:chgData name="Fariyaz Rahaman" userId="3001ba05a97f9ab1" providerId="LiveId" clId="{85B7E4A9-0174-4314-AF91-CEA42CF2574E}" dt="2026-01-11T14:48:45.601" v="2223" actId="20577"/>
          <ac:spMkLst>
            <pc:docMk/>
            <pc:sldMk cId="1567759910" sldId="274"/>
            <ac:spMk id="10" creationId="{FE59A7A9-FA33-7F05-016E-AD1CAA805EC2}"/>
          </ac:spMkLst>
        </pc:spChg>
      </pc:sldChg>
      <pc:sldChg chg="modSp mod">
        <pc:chgData name="Fariyaz Rahaman" userId="3001ba05a97f9ab1" providerId="LiveId" clId="{85B7E4A9-0174-4314-AF91-CEA42CF2574E}" dt="2026-01-11T15:10:12.900" v="2545" actId="113"/>
        <pc:sldMkLst>
          <pc:docMk/>
          <pc:sldMk cId="3785234388" sldId="275"/>
        </pc:sldMkLst>
        <pc:spChg chg="mod">
          <ac:chgData name="Fariyaz Rahaman" userId="3001ba05a97f9ab1" providerId="LiveId" clId="{85B7E4A9-0174-4314-AF91-CEA42CF2574E}" dt="2026-01-11T15:10:12.900" v="2545" actId="113"/>
          <ac:spMkLst>
            <pc:docMk/>
            <pc:sldMk cId="3785234388" sldId="275"/>
            <ac:spMk id="3" creationId="{84C34E43-B4AA-DD62-3B7A-FDBF7089B0A0}"/>
          </ac:spMkLst>
        </pc:spChg>
        <pc:spChg chg="mod">
          <ac:chgData name="Fariyaz Rahaman" userId="3001ba05a97f9ab1" providerId="LiveId" clId="{85B7E4A9-0174-4314-AF91-CEA42CF2574E}" dt="2026-01-11T10:21:27.903" v="1011" actId="2711"/>
          <ac:spMkLst>
            <pc:docMk/>
            <pc:sldMk cId="3785234388" sldId="275"/>
            <ac:spMk id="10" creationId="{CC53EB8A-28FF-9AF1-5239-CCFFBCC2BE6A}"/>
          </ac:spMkLst>
        </pc:spChg>
      </pc:sldChg>
      <pc:sldChg chg="addSp delSp modSp add mod">
        <pc:chgData name="Fariyaz Rahaman" userId="3001ba05a97f9ab1" providerId="LiveId" clId="{85B7E4A9-0174-4314-AF91-CEA42CF2574E}" dt="2026-01-11T15:13:53.637" v="2563" actId="255"/>
        <pc:sldMkLst>
          <pc:docMk/>
          <pc:sldMk cId="2449629714" sldId="276"/>
        </pc:sldMkLst>
        <pc:spChg chg="mod">
          <ac:chgData name="Fariyaz Rahaman" userId="3001ba05a97f9ab1" providerId="LiveId" clId="{85B7E4A9-0174-4314-AF91-CEA42CF2574E}" dt="2026-01-11T15:13:53.637" v="2563" actId="255"/>
          <ac:spMkLst>
            <pc:docMk/>
            <pc:sldMk cId="2449629714" sldId="276"/>
            <ac:spMk id="3" creationId="{517738C6-FEF9-813F-F506-83921FC7821A}"/>
          </ac:spMkLst>
        </pc:spChg>
        <pc:spChg chg="add">
          <ac:chgData name="Fariyaz Rahaman" userId="3001ba05a97f9ab1" providerId="LiveId" clId="{85B7E4A9-0174-4314-AF91-CEA42CF2574E}" dt="2026-01-11T09:44:48.096" v="929"/>
          <ac:spMkLst>
            <pc:docMk/>
            <pc:sldMk cId="2449629714" sldId="276"/>
            <ac:spMk id="4" creationId="{698BD449-5840-66AF-675B-11374C669ADA}"/>
          </ac:spMkLst>
        </pc:spChg>
        <pc:spChg chg="add">
          <ac:chgData name="Fariyaz Rahaman" userId="3001ba05a97f9ab1" providerId="LiveId" clId="{85B7E4A9-0174-4314-AF91-CEA42CF2574E}" dt="2026-01-11T15:12:31.981" v="2553"/>
          <ac:spMkLst>
            <pc:docMk/>
            <pc:sldMk cId="2449629714" sldId="276"/>
            <ac:spMk id="4" creationId="{6C6D45C5-613F-12B5-B49D-9DE27E103B1E}"/>
          </ac:spMkLst>
        </pc:spChg>
        <pc:spChg chg="add del mod">
          <ac:chgData name="Fariyaz Rahaman" userId="3001ba05a97f9ab1" providerId="LiveId" clId="{85B7E4A9-0174-4314-AF91-CEA42CF2574E}" dt="2026-01-11T09:45:35.418" v="943" actId="2711"/>
          <ac:spMkLst>
            <pc:docMk/>
            <pc:sldMk cId="2449629714" sldId="276"/>
            <ac:spMk id="5" creationId="{4F48F5FC-193A-0CEA-9CA4-BFBCD658B44A}"/>
          </ac:spMkLst>
        </pc:spChg>
        <pc:spChg chg="add">
          <ac:chgData name="Fariyaz Rahaman" userId="3001ba05a97f9ab1" providerId="LiveId" clId="{85B7E4A9-0174-4314-AF91-CEA42CF2574E}" dt="2026-01-11T15:12:36.389" v="2555"/>
          <ac:spMkLst>
            <pc:docMk/>
            <pc:sldMk cId="2449629714" sldId="276"/>
            <ac:spMk id="5" creationId="{F92D610A-B972-6679-8782-9A492CE9D1C6}"/>
          </ac:spMkLst>
        </pc:spChg>
        <pc:spChg chg="add">
          <ac:chgData name="Fariyaz Rahaman" userId="3001ba05a97f9ab1" providerId="LiveId" clId="{85B7E4A9-0174-4314-AF91-CEA42CF2574E}" dt="2026-01-11T09:45:11.506" v="935"/>
          <ac:spMkLst>
            <pc:docMk/>
            <pc:sldMk cId="2449629714" sldId="276"/>
            <ac:spMk id="6" creationId="{9CA89A00-7F3A-135B-7D7A-C80969A3E349}"/>
          </ac:spMkLst>
        </pc:spChg>
        <pc:spChg chg="add">
          <ac:chgData name="Fariyaz Rahaman" userId="3001ba05a97f9ab1" providerId="LiveId" clId="{85B7E4A9-0174-4314-AF91-CEA42CF2574E}" dt="2026-01-11T09:45:31.075" v="940"/>
          <ac:spMkLst>
            <pc:docMk/>
            <pc:sldMk cId="2449629714" sldId="276"/>
            <ac:spMk id="7" creationId="{7554DA24-5E59-3D56-9967-0FBB678EEDB5}"/>
          </ac:spMkLst>
        </pc:spChg>
        <pc:spChg chg="add del mod">
          <ac:chgData name="Fariyaz Rahaman" userId="3001ba05a97f9ab1" providerId="LiveId" clId="{85B7E4A9-0174-4314-AF91-CEA42CF2574E}" dt="2026-01-11T09:46:17.407" v="950" actId="255"/>
          <ac:spMkLst>
            <pc:docMk/>
            <pc:sldMk cId="2449629714" sldId="276"/>
            <ac:spMk id="8" creationId="{FFEED2AB-9C1E-ECFB-5FE5-B27FD1BAFCD7}"/>
          </ac:spMkLst>
        </pc:spChg>
        <pc:spChg chg="add">
          <ac:chgData name="Fariyaz Rahaman" userId="3001ba05a97f9ab1" providerId="LiveId" clId="{85B7E4A9-0174-4314-AF91-CEA42CF2574E}" dt="2026-01-11T09:45:56.332" v="946"/>
          <ac:spMkLst>
            <pc:docMk/>
            <pc:sldMk cId="2449629714" sldId="276"/>
            <ac:spMk id="9" creationId="{C3EDBF2D-1370-FA48-1AAA-658BC2A49B16}"/>
          </ac:spMkLst>
        </pc:spChg>
        <pc:spChg chg="del mod">
          <ac:chgData name="Fariyaz Rahaman" userId="3001ba05a97f9ab1" providerId="LiveId" clId="{85B7E4A9-0174-4314-AF91-CEA42CF2574E}" dt="2026-01-11T09:44:52.011" v="931"/>
          <ac:spMkLst>
            <pc:docMk/>
            <pc:sldMk cId="2449629714" sldId="276"/>
            <ac:spMk id="10" creationId="{0A3CBED5-9709-9375-A66B-F46F58D12142}"/>
          </ac:spMkLst>
        </pc:spChg>
        <pc:spChg chg="add">
          <ac:chgData name="Fariyaz Rahaman" userId="3001ba05a97f9ab1" providerId="LiveId" clId="{85B7E4A9-0174-4314-AF91-CEA42CF2574E}" dt="2026-01-11T09:46:21.925" v="951"/>
          <ac:spMkLst>
            <pc:docMk/>
            <pc:sldMk cId="2449629714" sldId="276"/>
            <ac:spMk id="11" creationId="{DA26B496-8EB1-2D87-03A5-33D402BE6FE6}"/>
          </ac:spMkLst>
        </pc:spChg>
        <pc:spChg chg="add mod">
          <ac:chgData name="Fariyaz Rahaman" userId="3001ba05a97f9ab1" providerId="LiveId" clId="{85B7E4A9-0174-4314-AF91-CEA42CF2574E}" dt="2026-01-11T15:13:31.023" v="2562" actId="2711"/>
          <ac:spMkLst>
            <pc:docMk/>
            <pc:sldMk cId="2449629714" sldId="276"/>
            <ac:spMk id="12" creationId="{119C1832-6B81-2313-AF3B-AF2574E16E23}"/>
          </ac:spMkLst>
        </pc:spChg>
      </pc:sldChg>
      <pc:sldChg chg="addSp delSp modSp add mod">
        <pc:chgData name="Fariyaz Rahaman" userId="3001ba05a97f9ab1" providerId="LiveId" clId="{85B7E4A9-0174-4314-AF91-CEA42CF2574E}" dt="2026-01-11T15:06:38" v="2495" actId="1076"/>
        <pc:sldMkLst>
          <pc:docMk/>
          <pc:sldMk cId="1468637572" sldId="277"/>
        </pc:sldMkLst>
        <pc:spChg chg="del mod">
          <ac:chgData name="Fariyaz Rahaman" userId="3001ba05a97f9ab1" providerId="LiveId" clId="{85B7E4A9-0174-4314-AF91-CEA42CF2574E}" dt="2026-01-11T12:53:43.888" v="2091" actId="21"/>
          <ac:spMkLst>
            <pc:docMk/>
            <pc:sldMk cId="1468637572" sldId="277"/>
            <ac:spMk id="2" creationId="{E3C9AB85-A5E1-A4F6-4784-C41B5808C3DF}"/>
          </ac:spMkLst>
        </pc:spChg>
        <pc:spChg chg="del mod">
          <ac:chgData name="Fariyaz Rahaman" userId="3001ba05a97f9ab1" providerId="LiveId" clId="{85B7E4A9-0174-4314-AF91-CEA42CF2574E}" dt="2026-01-11T12:53:52.237" v="2093" actId="21"/>
          <ac:spMkLst>
            <pc:docMk/>
            <pc:sldMk cId="1468637572" sldId="277"/>
            <ac:spMk id="4" creationId="{DB1DEBF9-8E4C-3845-08F5-9088777E8C50}"/>
          </ac:spMkLst>
        </pc:spChg>
        <pc:spChg chg="del mod">
          <ac:chgData name="Fariyaz Rahaman" userId="3001ba05a97f9ab1" providerId="LiveId" clId="{85B7E4A9-0174-4314-AF91-CEA42CF2574E}" dt="2026-01-11T12:54:00.078" v="2095" actId="21"/>
          <ac:spMkLst>
            <pc:docMk/>
            <pc:sldMk cId="1468637572" sldId="277"/>
            <ac:spMk id="5" creationId="{C9716239-CC42-F190-5AD9-18AA580CDB81}"/>
          </ac:spMkLst>
        </pc:spChg>
        <pc:spChg chg="mod">
          <ac:chgData name="Fariyaz Rahaman" userId="3001ba05a97f9ab1" providerId="LiveId" clId="{85B7E4A9-0174-4314-AF91-CEA42CF2574E}" dt="2026-01-11T15:06:14.381" v="2491" actId="115"/>
          <ac:spMkLst>
            <pc:docMk/>
            <pc:sldMk cId="1468637572" sldId="277"/>
            <ac:spMk id="6" creationId="{ED47D97A-34B6-567B-906A-D973F219D634}"/>
          </ac:spMkLst>
        </pc:spChg>
        <pc:spChg chg="add mod">
          <ac:chgData name="Fariyaz Rahaman" userId="3001ba05a97f9ab1" providerId="LiveId" clId="{85B7E4A9-0174-4314-AF91-CEA42CF2574E}" dt="2026-01-11T12:58:39.435" v="2134" actId="1076"/>
          <ac:spMkLst>
            <pc:docMk/>
            <pc:sldMk cId="1468637572" sldId="277"/>
            <ac:spMk id="18" creationId="{ED996E8C-CEE5-A12A-AE10-AD37DB059085}"/>
          </ac:spMkLst>
        </pc:spChg>
        <pc:spChg chg="add mod">
          <ac:chgData name="Fariyaz Rahaman" userId="3001ba05a97f9ab1" providerId="LiveId" clId="{85B7E4A9-0174-4314-AF91-CEA42CF2574E}" dt="2026-01-11T12:59:50.984" v="2164" actId="20577"/>
          <ac:spMkLst>
            <pc:docMk/>
            <pc:sldMk cId="1468637572" sldId="277"/>
            <ac:spMk id="19" creationId="{1DC9E9E8-6F74-30F9-385A-D700BA42F0A4}"/>
          </ac:spMkLst>
        </pc:spChg>
        <pc:spChg chg="add mod">
          <ac:chgData name="Fariyaz Rahaman" userId="3001ba05a97f9ab1" providerId="LiveId" clId="{85B7E4A9-0174-4314-AF91-CEA42CF2574E}" dt="2026-01-11T15:06:38" v="2495" actId="1076"/>
          <ac:spMkLst>
            <pc:docMk/>
            <pc:sldMk cId="1468637572" sldId="277"/>
            <ac:spMk id="20" creationId="{3C85407E-5152-6975-7A6B-94072ACB5239}"/>
          </ac:spMkLst>
        </pc:spChg>
        <pc:picChg chg="add mod">
          <ac:chgData name="Fariyaz Rahaman" userId="3001ba05a97f9ab1" providerId="LiveId" clId="{85B7E4A9-0174-4314-AF91-CEA42CF2574E}" dt="2026-01-11T12:55:28.501" v="2109" actId="14100"/>
          <ac:picMkLst>
            <pc:docMk/>
            <pc:sldMk cId="1468637572" sldId="277"/>
            <ac:picMk id="7" creationId="{8403FF4B-695C-C418-7C22-1429217DC941}"/>
          </ac:picMkLst>
        </pc:picChg>
        <pc:picChg chg="del">
          <ac:chgData name="Fariyaz Rahaman" userId="3001ba05a97f9ab1" providerId="LiveId" clId="{85B7E4A9-0174-4314-AF91-CEA42CF2574E}" dt="2026-01-11T12:53:37.355" v="2090" actId="21"/>
          <ac:picMkLst>
            <pc:docMk/>
            <pc:sldMk cId="1468637572" sldId="277"/>
            <ac:picMk id="10" creationId="{F32099A7-BEE0-0E73-DB92-88371A934AC8}"/>
          </ac:picMkLst>
        </pc:picChg>
        <pc:picChg chg="add del mod">
          <ac:chgData name="Fariyaz Rahaman" userId="3001ba05a97f9ab1" providerId="LiveId" clId="{85B7E4A9-0174-4314-AF91-CEA42CF2574E}" dt="2026-01-11T12:54:42.157" v="2101" actId="21"/>
          <ac:picMkLst>
            <pc:docMk/>
            <pc:sldMk cId="1468637572" sldId="277"/>
            <ac:picMk id="11" creationId="{F474FA49-8776-7383-4EA8-710A8CBDA9BF}"/>
          </ac:picMkLst>
        </pc:picChg>
        <pc:picChg chg="del">
          <ac:chgData name="Fariyaz Rahaman" userId="3001ba05a97f9ab1" providerId="LiveId" clId="{85B7E4A9-0174-4314-AF91-CEA42CF2574E}" dt="2026-01-11T12:53:47.582" v="2092" actId="21"/>
          <ac:picMkLst>
            <pc:docMk/>
            <pc:sldMk cId="1468637572" sldId="277"/>
            <ac:picMk id="12" creationId="{811425D6-010F-1242-162E-712EFF1A0937}"/>
          </ac:picMkLst>
        </pc:picChg>
        <pc:picChg chg="del">
          <ac:chgData name="Fariyaz Rahaman" userId="3001ba05a97f9ab1" providerId="LiveId" clId="{85B7E4A9-0174-4314-AF91-CEA42CF2574E}" dt="2026-01-11T12:53:55.680" v="2094" actId="21"/>
          <ac:picMkLst>
            <pc:docMk/>
            <pc:sldMk cId="1468637572" sldId="277"/>
            <ac:picMk id="14" creationId="{87A50239-7979-418B-1CA7-6CBBE7B23E11}"/>
          </ac:picMkLst>
        </pc:picChg>
        <pc:picChg chg="add mod">
          <ac:chgData name="Fariyaz Rahaman" userId="3001ba05a97f9ab1" providerId="LiveId" clId="{85B7E4A9-0174-4314-AF91-CEA42CF2574E}" dt="2026-01-11T12:55:23.831" v="2108" actId="14100"/>
          <ac:picMkLst>
            <pc:docMk/>
            <pc:sldMk cId="1468637572" sldId="277"/>
            <ac:picMk id="15" creationId="{D76EA38F-1AA5-13D0-E0F3-C8BDA97AC29F}"/>
          </ac:picMkLst>
        </pc:picChg>
        <pc:picChg chg="add mod">
          <ac:chgData name="Fariyaz Rahaman" userId="3001ba05a97f9ab1" providerId="LiveId" clId="{85B7E4A9-0174-4314-AF91-CEA42CF2574E}" dt="2026-01-11T15:06:23.327" v="2493" actId="1076"/>
          <ac:picMkLst>
            <pc:docMk/>
            <pc:sldMk cId="1468637572" sldId="277"/>
            <ac:picMk id="17" creationId="{D31E0D69-B0AC-23A0-66EC-0E3D7BDFC05B}"/>
          </ac:picMkLst>
        </pc:picChg>
      </pc:sldChg>
      <pc:sldChg chg="new del">
        <pc:chgData name="Fariyaz Rahaman" userId="3001ba05a97f9ab1" providerId="LiveId" clId="{85B7E4A9-0174-4314-AF91-CEA42CF2574E}" dt="2026-01-11T11:47:47.628" v="1932" actId="680"/>
        <pc:sldMkLst>
          <pc:docMk/>
          <pc:sldMk cId="2285323915" sldId="277"/>
        </pc:sldMkLst>
      </pc:sldChg>
      <pc:sldChg chg="delSp modSp add mod">
        <pc:chgData name="Fariyaz Rahaman" userId="3001ba05a97f9ab1" providerId="LiveId" clId="{85B7E4A9-0174-4314-AF91-CEA42CF2574E}" dt="2026-01-11T15:24:00.457" v="2634" actId="14100"/>
        <pc:sldMkLst>
          <pc:docMk/>
          <pc:sldMk cId="696581636" sldId="278"/>
        </pc:sldMkLst>
        <pc:spChg chg="mod">
          <ac:chgData name="Fariyaz Rahaman" userId="3001ba05a97f9ab1" providerId="LiveId" clId="{85B7E4A9-0174-4314-AF91-CEA42CF2574E}" dt="2026-01-11T15:23:57.307" v="2633" actId="1076"/>
          <ac:spMkLst>
            <pc:docMk/>
            <pc:sldMk cId="696581636" sldId="278"/>
            <ac:spMk id="2" creationId="{D58176ED-3B6D-6E5F-39FC-89F17E04C9A5}"/>
          </ac:spMkLst>
        </pc:spChg>
        <pc:spChg chg="del">
          <ac:chgData name="Fariyaz Rahaman" userId="3001ba05a97f9ab1" providerId="LiveId" clId="{85B7E4A9-0174-4314-AF91-CEA42CF2574E}" dt="2026-01-11T15:05:18.882" v="2477" actId="21"/>
          <ac:spMkLst>
            <pc:docMk/>
            <pc:sldMk cId="696581636" sldId="278"/>
            <ac:spMk id="4" creationId="{95A10228-C1E8-B342-F022-6DC53C85C70C}"/>
          </ac:spMkLst>
        </pc:spChg>
        <pc:spChg chg="del">
          <ac:chgData name="Fariyaz Rahaman" userId="3001ba05a97f9ab1" providerId="LiveId" clId="{85B7E4A9-0174-4314-AF91-CEA42CF2574E}" dt="2026-01-11T15:05:25.659" v="2479" actId="21"/>
          <ac:spMkLst>
            <pc:docMk/>
            <pc:sldMk cId="696581636" sldId="278"/>
            <ac:spMk id="5" creationId="{100C833D-8DE6-301E-E3A5-E7685FA2080E}"/>
          </ac:spMkLst>
        </pc:spChg>
        <pc:spChg chg="mod">
          <ac:chgData name="Fariyaz Rahaman" userId="3001ba05a97f9ab1" providerId="LiveId" clId="{85B7E4A9-0174-4314-AF91-CEA42CF2574E}" dt="2026-01-11T15:07:20.697" v="2507" actId="20577"/>
          <ac:spMkLst>
            <pc:docMk/>
            <pc:sldMk cId="696581636" sldId="278"/>
            <ac:spMk id="6" creationId="{CFB1A8CC-FBE7-BE58-1FC1-7587FF75476D}"/>
          </ac:spMkLst>
        </pc:spChg>
        <pc:picChg chg="mod">
          <ac:chgData name="Fariyaz Rahaman" userId="3001ba05a97f9ab1" providerId="LiveId" clId="{85B7E4A9-0174-4314-AF91-CEA42CF2574E}" dt="2026-01-11T15:24:00.457" v="2634" actId="14100"/>
          <ac:picMkLst>
            <pc:docMk/>
            <pc:sldMk cId="696581636" sldId="278"/>
            <ac:picMk id="10" creationId="{9620F889-E8FD-968C-0165-3EF525949414}"/>
          </ac:picMkLst>
        </pc:picChg>
        <pc:picChg chg="del">
          <ac:chgData name="Fariyaz Rahaman" userId="3001ba05a97f9ab1" providerId="LiveId" clId="{85B7E4A9-0174-4314-AF91-CEA42CF2574E}" dt="2026-01-11T15:05:14.216" v="2476" actId="21"/>
          <ac:picMkLst>
            <pc:docMk/>
            <pc:sldMk cId="696581636" sldId="278"/>
            <ac:picMk id="12" creationId="{EDB4C12A-A7AB-3B70-8CD7-E7D798A9C096}"/>
          </ac:picMkLst>
        </pc:picChg>
        <pc:picChg chg="del">
          <ac:chgData name="Fariyaz Rahaman" userId="3001ba05a97f9ab1" providerId="LiveId" clId="{85B7E4A9-0174-4314-AF91-CEA42CF2574E}" dt="2026-01-11T15:05:21.108" v="2478" actId="21"/>
          <ac:picMkLst>
            <pc:docMk/>
            <pc:sldMk cId="696581636" sldId="278"/>
            <ac:picMk id="14" creationId="{13ADC8A0-9B4A-06F4-7A83-9BE7642AB52E}"/>
          </ac:picMkLst>
        </pc:picChg>
      </pc:sldChg>
      <pc:sldChg chg="delSp modSp add mod ord">
        <pc:chgData name="Fariyaz Rahaman" userId="3001ba05a97f9ab1" providerId="LiveId" clId="{85B7E4A9-0174-4314-AF91-CEA42CF2574E}" dt="2026-01-11T15:26:48.045" v="2656" actId="20577"/>
        <pc:sldMkLst>
          <pc:docMk/>
          <pc:sldMk cId="2914247801" sldId="279"/>
        </pc:sldMkLst>
        <pc:spChg chg="mod">
          <ac:chgData name="Fariyaz Rahaman" userId="3001ba05a97f9ab1" providerId="LiveId" clId="{85B7E4A9-0174-4314-AF91-CEA42CF2574E}" dt="2026-01-11T15:26:48.045" v="2656" actId="20577"/>
          <ac:spMkLst>
            <pc:docMk/>
            <pc:sldMk cId="2914247801" sldId="279"/>
            <ac:spMk id="2" creationId="{22C731A4-966E-B0D6-970C-A59021C973AF}"/>
          </ac:spMkLst>
        </pc:spChg>
        <pc:spChg chg="mod">
          <ac:chgData name="Fariyaz Rahaman" userId="3001ba05a97f9ab1" providerId="LiveId" clId="{85B7E4A9-0174-4314-AF91-CEA42CF2574E}" dt="2026-01-11T15:22:15.233" v="2627" actId="20577"/>
          <ac:spMkLst>
            <pc:docMk/>
            <pc:sldMk cId="2914247801" sldId="279"/>
            <ac:spMk id="3" creationId="{43EF09A7-7002-922A-68BB-1DF163E2FE1D}"/>
          </ac:spMkLst>
        </pc:spChg>
        <pc:spChg chg="del mod">
          <ac:chgData name="Fariyaz Rahaman" userId="3001ba05a97f9ab1" providerId="LiveId" clId="{85B7E4A9-0174-4314-AF91-CEA42CF2574E}" dt="2026-01-11T14:54:15.599" v="2258"/>
          <ac:spMkLst>
            <pc:docMk/>
            <pc:sldMk cId="2914247801" sldId="279"/>
            <ac:spMk id="8" creationId="{3D7463F5-DB68-43AC-C0D7-64BFEF6990C8}"/>
          </ac:spMkLst>
        </pc:spChg>
        <pc:picChg chg="mod">
          <ac:chgData name="Fariyaz Rahaman" userId="3001ba05a97f9ab1" providerId="LiveId" clId="{85B7E4A9-0174-4314-AF91-CEA42CF2574E}" dt="2026-01-11T14:54:22.655" v="2260" actId="14100"/>
          <ac:picMkLst>
            <pc:docMk/>
            <pc:sldMk cId="2914247801" sldId="279"/>
            <ac:picMk id="4" creationId="{571D9661-BC81-EA1B-9B78-F140BC71724E}"/>
          </ac:picMkLst>
        </pc:picChg>
        <pc:picChg chg="mod">
          <ac:chgData name="Fariyaz Rahaman" userId="3001ba05a97f9ab1" providerId="LiveId" clId="{85B7E4A9-0174-4314-AF91-CEA42CF2574E}" dt="2026-01-11T15:22:35.177" v="2631" actId="14100"/>
          <ac:picMkLst>
            <pc:docMk/>
            <pc:sldMk cId="2914247801" sldId="279"/>
            <ac:picMk id="5" creationId="{3FF20C59-1532-99F6-0CEE-98DC7A69D9D1}"/>
          </ac:picMkLst>
        </pc:picChg>
        <pc:picChg chg="mod">
          <ac:chgData name="Fariyaz Rahaman" userId="3001ba05a97f9ab1" providerId="LiveId" clId="{85B7E4A9-0174-4314-AF91-CEA42CF2574E}" dt="2026-01-11T15:22:29.791" v="2629" actId="1076"/>
          <ac:picMkLst>
            <pc:docMk/>
            <pc:sldMk cId="2914247801" sldId="279"/>
            <ac:picMk id="6" creationId="{6D770766-9D40-E40B-023E-376788DDC23B}"/>
          </ac:picMkLst>
        </pc:picChg>
        <pc:picChg chg="mod">
          <ac:chgData name="Fariyaz Rahaman" userId="3001ba05a97f9ab1" providerId="LiveId" clId="{85B7E4A9-0174-4314-AF91-CEA42CF2574E}" dt="2026-01-11T14:54:33.798" v="2262" actId="14100"/>
          <ac:picMkLst>
            <pc:docMk/>
            <pc:sldMk cId="2914247801" sldId="279"/>
            <ac:picMk id="7" creationId="{B92EEC97-1532-8E55-82FE-75339084F3BA}"/>
          </ac:picMkLst>
        </pc:picChg>
      </pc:sldChg>
      <pc:sldChg chg="delSp modSp add mod">
        <pc:chgData name="Fariyaz Rahaman" userId="3001ba05a97f9ab1" providerId="LiveId" clId="{85B7E4A9-0174-4314-AF91-CEA42CF2574E}" dt="2026-01-11T15:24:50.595" v="2641" actId="14100"/>
        <pc:sldMkLst>
          <pc:docMk/>
          <pc:sldMk cId="1870975883" sldId="280"/>
        </pc:sldMkLst>
        <pc:spChg chg="del">
          <ac:chgData name="Fariyaz Rahaman" userId="3001ba05a97f9ab1" providerId="LiveId" clId="{85B7E4A9-0174-4314-AF91-CEA42CF2574E}" dt="2026-01-11T15:02:55.950" v="2457" actId="21"/>
          <ac:spMkLst>
            <pc:docMk/>
            <pc:sldMk cId="1870975883" sldId="280"/>
            <ac:spMk id="2" creationId="{8B66882F-DB91-1AB9-DA9B-476C204DB1BA}"/>
          </ac:spMkLst>
        </pc:spChg>
        <pc:spChg chg="mod">
          <ac:chgData name="Fariyaz Rahaman" userId="3001ba05a97f9ab1" providerId="LiveId" clId="{85B7E4A9-0174-4314-AF91-CEA42CF2574E}" dt="2026-01-11T15:24:42.960" v="2640" actId="1076"/>
          <ac:spMkLst>
            <pc:docMk/>
            <pc:sldMk cId="1870975883" sldId="280"/>
            <ac:spMk id="4" creationId="{1AD8EFC1-D95D-02CB-B5DD-85B60ECC02A4}"/>
          </ac:spMkLst>
        </pc:spChg>
        <pc:spChg chg="mod">
          <ac:chgData name="Fariyaz Rahaman" userId="3001ba05a97f9ab1" providerId="LiveId" clId="{85B7E4A9-0174-4314-AF91-CEA42CF2574E}" dt="2026-01-11T15:24:34.674" v="2639" actId="1076"/>
          <ac:spMkLst>
            <pc:docMk/>
            <pc:sldMk cId="1870975883" sldId="280"/>
            <ac:spMk id="5" creationId="{139A68BC-C6A8-077E-8299-A98890312E93}"/>
          </ac:spMkLst>
        </pc:spChg>
        <pc:spChg chg="mod">
          <ac:chgData name="Fariyaz Rahaman" userId="3001ba05a97f9ab1" providerId="LiveId" clId="{85B7E4A9-0174-4314-AF91-CEA42CF2574E}" dt="2026-01-11T15:07:48.344" v="2518" actId="20577"/>
          <ac:spMkLst>
            <pc:docMk/>
            <pc:sldMk cId="1870975883" sldId="280"/>
            <ac:spMk id="6" creationId="{5503AFBD-F21C-CF94-D550-B7D93BB127F3}"/>
          </ac:spMkLst>
        </pc:spChg>
        <pc:picChg chg="del">
          <ac:chgData name="Fariyaz Rahaman" userId="3001ba05a97f9ab1" providerId="LiveId" clId="{85B7E4A9-0174-4314-AF91-CEA42CF2574E}" dt="2026-01-11T15:02:51.468" v="2456" actId="21"/>
          <ac:picMkLst>
            <pc:docMk/>
            <pc:sldMk cId="1870975883" sldId="280"/>
            <ac:picMk id="10" creationId="{ADCB00D9-5252-49C0-0C0A-86816B7BDB51}"/>
          </ac:picMkLst>
        </pc:picChg>
        <pc:picChg chg="mod">
          <ac:chgData name="Fariyaz Rahaman" userId="3001ba05a97f9ab1" providerId="LiveId" clId="{85B7E4A9-0174-4314-AF91-CEA42CF2574E}" dt="2026-01-11T15:24:50.595" v="2641" actId="14100"/>
          <ac:picMkLst>
            <pc:docMk/>
            <pc:sldMk cId="1870975883" sldId="280"/>
            <ac:picMk id="12" creationId="{ADF1102B-3ABE-B7FF-26FC-197005BBCAFE}"/>
          </ac:picMkLst>
        </pc:picChg>
        <pc:picChg chg="mod">
          <ac:chgData name="Fariyaz Rahaman" userId="3001ba05a97f9ab1" providerId="LiveId" clId="{85B7E4A9-0174-4314-AF91-CEA42CF2574E}" dt="2026-01-11T15:24:22.087" v="2637" actId="1076"/>
          <ac:picMkLst>
            <pc:docMk/>
            <pc:sldMk cId="1870975883" sldId="280"/>
            <ac:picMk id="14" creationId="{FFA8DD55-0DC5-76F6-0AAE-B250C73FF4CF}"/>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18:26:40.617"/>
    </inkml:context>
    <inkml:brush xml:id="br0">
      <inkml:brushProperty name="width" value="0.05" units="cm"/>
      <inkml:brushProperty name="height" value="0.05" units="cm"/>
      <inkml:brushProperty name="color" value="#FFFFFF"/>
    </inkml:brush>
  </inkml:definitions>
  <inkml:trace contextRef="#ctx0" brushRef="#br0">9 1 24575,'45'0'0,"0"3"0,47 9 0,-73-10 0,1 0 0,20-2 0,-30-1 0,-1 0 0,1 1 0,0 1 0,0 0 0,0 0 0,0 1 0,0 0 0,-1 0 0,1 1 0,-1 1 0,0-1 0,11 7 0,8 13 0,9 6 0,-33-30 0,-8-8 0,-9-8 0,7 13 0,-1-1 0,1 1 0,-1 1 0,0-1 0,0 1 0,0 1 0,0-1 0,-1 1 0,1 0 0,-1 1 0,-14-2 0,-10 2 0,-51 4 0,23 0 0,43-4 0,0 1 0,0-2 0,0 0 0,-20-6 0,-40-5 0,76 15-23,6 3 111,3 3-1518,-2 1-5396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18:26:49.424"/>
    </inkml:context>
    <inkml:brush xml:id="br0">
      <inkml:brushProperty name="width" value="0.05" units="cm"/>
      <inkml:brushProperty name="height" value="0.05" units="cm"/>
      <inkml:brushProperty name="color" value="#FFFFFF"/>
    </inkml:brush>
  </inkml:definitions>
  <inkml:trace contextRef="#ctx0" brushRef="#br0">1 0 24575,'3'0'0,"5"0"0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780E5450-9B79-4987-BCE3-CEF8EF30025B}" type="datetimeFigureOut">
              <a:rPr lang="en-IN" smtClean="0"/>
              <a:t>01-03-2026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CADF36EC-66C7-49F4-AF6D-4EC6A7738DE1}" type="slidenum">
              <a:rPr lang="en-IN" smtClean="0"/>
              <a:t>‹#›</a:t>
            </a:fld>
            <a:endParaRPr lang="en-IN"/>
          </a:p>
        </p:txBody>
      </p:sp>
    </p:spTree>
    <p:extLst>
      <p:ext uri="{BB962C8B-B14F-4D97-AF65-F5344CB8AC3E}">
        <p14:creationId xmlns:p14="http://schemas.microsoft.com/office/powerpoint/2010/main" val="2184330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0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42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42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FFFAF0"/>
          </a:solidFill>
        </p:spPr>
        <p:txBody>
          <a:bodyPr wrap="square" lIns="0" tIns="0" rIns="0" bIns="0" rtlCol="0"/>
          <a:lstStyle/>
          <a:p>
            <a:endParaRPr/>
          </a:p>
        </p:txBody>
      </p:sp>
      <p:sp>
        <p:nvSpPr>
          <p:cNvPr id="17" name="bg object 17"/>
          <p:cNvSpPr/>
          <p:nvPr/>
        </p:nvSpPr>
        <p:spPr>
          <a:xfrm>
            <a:off x="4572000" y="-24"/>
            <a:ext cx="4572000" cy="5143500"/>
          </a:xfrm>
          <a:custGeom>
            <a:avLst/>
            <a:gdLst/>
            <a:ahLst/>
            <a:cxnLst/>
            <a:rect l="l" t="t" r="r" b="b"/>
            <a:pathLst>
              <a:path w="4572000" h="5143500">
                <a:moveTo>
                  <a:pt x="4571999" y="5143499"/>
                </a:moveTo>
                <a:lnTo>
                  <a:pt x="0" y="5143499"/>
                </a:lnTo>
                <a:lnTo>
                  <a:pt x="0" y="0"/>
                </a:lnTo>
                <a:lnTo>
                  <a:pt x="4571999" y="0"/>
                </a:lnTo>
                <a:lnTo>
                  <a:pt x="4571999" y="5143499"/>
                </a:lnTo>
                <a:close/>
              </a:path>
            </a:pathLst>
          </a:custGeom>
          <a:solidFill>
            <a:srgbClr val="000000"/>
          </a:solidFill>
        </p:spPr>
        <p:txBody>
          <a:bodyPr wrap="square" lIns="0" tIns="0" rIns="0" bIns="0" rtlCol="0"/>
          <a:lstStyle/>
          <a:p>
            <a:endParaRPr/>
          </a:p>
        </p:txBody>
      </p:sp>
      <p:sp>
        <p:nvSpPr>
          <p:cNvPr id="18" name="bg object 18"/>
          <p:cNvSpPr/>
          <p:nvPr/>
        </p:nvSpPr>
        <p:spPr>
          <a:xfrm>
            <a:off x="5029675" y="4495499"/>
            <a:ext cx="686435" cy="0"/>
          </a:xfrm>
          <a:custGeom>
            <a:avLst/>
            <a:gdLst/>
            <a:ahLst/>
            <a:cxnLst/>
            <a:rect l="l" t="t" r="r" b="b"/>
            <a:pathLst>
              <a:path w="686435">
                <a:moveTo>
                  <a:pt x="0" y="0"/>
                </a:moveTo>
                <a:lnTo>
                  <a:pt x="686399" y="0"/>
                </a:lnTo>
              </a:path>
            </a:pathLst>
          </a:custGeom>
          <a:ln w="19049">
            <a:solidFill>
              <a:srgbClr val="26A69A"/>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0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041100" y="1204086"/>
            <a:ext cx="1976754" cy="2959100"/>
          </a:xfrm>
          <a:prstGeom prst="rect">
            <a:avLst/>
          </a:prstGeom>
        </p:spPr>
        <p:txBody>
          <a:bodyPr wrap="square" lIns="0" tIns="0" rIns="0" bIns="0">
            <a:spAutoFit/>
          </a:bodyPr>
          <a:lstStyle>
            <a:lvl1pPr>
              <a:defRPr sz="1600" b="0" i="0">
                <a:solidFill>
                  <a:srgbClr val="FFFAF0"/>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26A69A"/>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0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711899"/>
            <a:ext cx="9144000" cy="3432175"/>
          </a:xfrm>
          <a:custGeom>
            <a:avLst/>
            <a:gdLst/>
            <a:ahLst/>
            <a:cxnLst/>
            <a:rect l="l" t="t" r="r" b="b"/>
            <a:pathLst>
              <a:path w="9144000" h="3432175">
                <a:moveTo>
                  <a:pt x="0" y="3431599"/>
                </a:moveTo>
                <a:lnTo>
                  <a:pt x="9143999" y="3431599"/>
                </a:lnTo>
                <a:lnTo>
                  <a:pt x="9143999" y="0"/>
                </a:lnTo>
                <a:lnTo>
                  <a:pt x="0" y="0"/>
                </a:lnTo>
                <a:lnTo>
                  <a:pt x="0" y="3431599"/>
                </a:lnTo>
                <a:close/>
              </a:path>
            </a:pathLst>
          </a:custGeom>
          <a:solidFill>
            <a:srgbClr val="000000"/>
          </a:solidFill>
        </p:spPr>
        <p:txBody>
          <a:bodyPr wrap="square" lIns="0" tIns="0" rIns="0" bIns="0" rtlCol="0"/>
          <a:lstStyle/>
          <a:p>
            <a:endParaRPr/>
          </a:p>
        </p:txBody>
      </p:sp>
      <p:sp>
        <p:nvSpPr>
          <p:cNvPr id="17" name="bg object 17"/>
          <p:cNvSpPr/>
          <p:nvPr/>
        </p:nvSpPr>
        <p:spPr>
          <a:xfrm>
            <a:off x="0" y="99"/>
            <a:ext cx="9144000" cy="1711960"/>
          </a:xfrm>
          <a:custGeom>
            <a:avLst/>
            <a:gdLst/>
            <a:ahLst/>
            <a:cxnLst/>
            <a:rect l="l" t="t" r="r" b="b"/>
            <a:pathLst>
              <a:path w="9144000" h="1711960">
                <a:moveTo>
                  <a:pt x="9143999" y="1711799"/>
                </a:moveTo>
                <a:lnTo>
                  <a:pt x="0" y="1711799"/>
                </a:lnTo>
                <a:lnTo>
                  <a:pt x="0" y="0"/>
                </a:lnTo>
                <a:lnTo>
                  <a:pt x="9143999" y="0"/>
                </a:lnTo>
                <a:lnTo>
                  <a:pt x="9143999" y="1711799"/>
                </a:lnTo>
                <a:close/>
              </a:path>
            </a:pathLst>
          </a:custGeom>
          <a:solidFill>
            <a:srgbClr val="26A69A"/>
          </a:solidFill>
        </p:spPr>
        <p:txBody>
          <a:bodyPr wrap="square" lIns="0" tIns="0" rIns="0" bIns="0" rtlCol="0"/>
          <a:lstStyle/>
          <a:p>
            <a:endParaRPr/>
          </a:p>
        </p:txBody>
      </p:sp>
      <p:sp>
        <p:nvSpPr>
          <p:cNvPr id="18" name="bg object 18"/>
          <p:cNvSpPr/>
          <p:nvPr/>
        </p:nvSpPr>
        <p:spPr>
          <a:xfrm>
            <a:off x="641934" y="3597499"/>
            <a:ext cx="390525" cy="0"/>
          </a:xfrm>
          <a:custGeom>
            <a:avLst/>
            <a:gdLst/>
            <a:ahLst/>
            <a:cxnLst/>
            <a:rect l="l" t="t" r="r" b="b"/>
            <a:pathLst>
              <a:path w="390525">
                <a:moveTo>
                  <a:pt x="0" y="0"/>
                </a:moveTo>
                <a:lnTo>
                  <a:pt x="390299" y="0"/>
                </a:lnTo>
              </a:path>
            </a:pathLst>
          </a:custGeom>
          <a:ln w="28574">
            <a:solidFill>
              <a:srgbClr val="FFFAF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FFFAF0"/>
          </a:solidFill>
        </p:spPr>
        <p:txBody>
          <a:bodyPr wrap="square" lIns="0" tIns="0" rIns="0" bIns="0" rtlCol="0"/>
          <a:lstStyle/>
          <a:p>
            <a:endParaRPr/>
          </a:p>
        </p:txBody>
      </p:sp>
      <p:sp>
        <p:nvSpPr>
          <p:cNvPr id="2" name="Holder 2"/>
          <p:cNvSpPr>
            <a:spLocks noGrp="1"/>
          </p:cNvSpPr>
          <p:nvPr>
            <p:ph type="title"/>
          </p:nvPr>
        </p:nvSpPr>
        <p:spPr>
          <a:xfrm>
            <a:off x="384725" y="97635"/>
            <a:ext cx="8374549" cy="939800"/>
          </a:xfrm>
          <a:prstGeom prst="rect">
            <a:avLst/>
          </a:prstGeom>
        </p:spPr>
        <p:txBody>
          <a:bodyPr wrap="square" lIns="0" tIns="0" rIns="0" bIns="0">
            <a:spAutoFit/>
          </a:bodyPr>
          <a:lstStyle>
            <a:lvl1pPr>
              <a:defRPr sz="3000" b="0" i="0">
                <a:solidFill>
                  <a:schemeClr val="tx1"/>
                </a:solidFill>
                <a:latin typeface="Calibri"/>
                <a:cs typeface="Calibri"/>
              </a:defRPr>
            </a:lvl1pPr>
          </a:lstStyle>
          <a:p>
            <a:endParaRPr/>
          </a:p>
        </p:txBody>
      </p:sp>
      <p:sp>
        <p:nvSpPr>
          <p:cNvPr id="3" name="Holder 3"/>
          <p:cNvSpPr>
            <a:spLocks noGrp="1"/>
          </p:cNvSpPr>
          <p:nvPr>
            <p:ph type="body" idx="1"/>
          </p:nvPr>
        </p:nvSpPr>
        <p:spPr>
          <a:xfrm>
            <a:off x="1253057" y="846389"/>
            <a:ext cx="6637884" cy="1303655"/>
          </a:xfrm>
          <a:prstGeom prst="rect">
            <a:avLst/>
          </a:prstGeom>
        </p:spPr>
        <p:txBody>
          <a:bodyPr wrap="square" lIns="0" tIns="0" rIns="0" bIns="0">
            <a:spAutoFit/>
          </a:bodyPr>
          <a:lstStyle>
            <a:lvl1pPr>
              <a:defRPr sz="42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8160" y="133350"/>
            <a:ext cx="7035165" cy="1303655"/>
          </a:xfrm>
          <a:prstGeom prst="rect">
            <a:avLst/>
          </a:prstGeom>
        </p:spPr>
        <p:txBody>
          <a:bodyPr vert="horz" wrap="square" lIns="0" tIns="26034" rIns="0" bIns="0" rtlCol="0">
            <a:spAutoFit/>
          </a:bodyPr>
          <a:lstStyle/>
          <a:p>
            <a:pPr marL="12700" marR="5080">
              <a:lnSpc>
                <a:spcPts val="5030"/>
              </a:lnSpc>
              <a:spcBef>
                <a:spcPts val="204"/>
              </a:spcBef>
            </a:pPr>
            <a:r>
              <a:rPr sz="4200" spc="190" dirty="0">
                <a:solidFill>
                  <a:schemeClr val="tx1"/>
                </a:solidFill>
                <a:latin typeface="Times New Roman" panose="02020603050405020304" pitchFamily="18" charset="0"/>
                <a:cs typeface="Times New Roman" panose="02020603050405020304" pitchFamily="18" charset="0"/>
              </a:rPr>
              <a:t>Plant</a:t>
            </a:r>
            <a:r>
              <a:rPr sz="4200" spc="229" dirty="0">
                <a:solidFill>
                  <a:schemeClr val="tx1"/>
                </a:solidFill>
                <a:latin typeface="Times New Roman" panose="02020603050405020304" pitchFamily="18" charset="0"/>
                <a:cs typeface="Times New Roman" panose="02020603050405020304" pitchFamily="18" charset="0"/>
              </a:rPr>
              <a:t> </a:t>
            </a:r>
            <a:r>
              <a:rPr sz="4200" spc="130" dirty="0">
                <a:solidFill>
                  <a:schemeClr val="tx1"/>
                </a:solidFill>
                <a:latin typeface="Times New Roman" panose="02020603050405020304" pitchFamily="18" charset="0"/>
                <a:cs typeface="Times New Roman" panose="02020603050405020304" pitchFamily="18" charset="0"/>
              </a:rPr>
              <a:t>Disease</a:t>
            </a:r>
            <a:r>
              <a:rPr sz="4200" spc="235" dirty="0">
                <a:solidFill>
                  <a:schemeClr val="tx1"/>
                </a:solidFill>
                <a:latin typeface="Times New Roman" panose="02020603050405020304" pitchFamily="18" charset="0"/>
                <a:cs typeface="Times New Roman" panose="02020603050405020304" pitchFamily="18" charset="0"/>
              </a:rPr>
              <a:t> </a:t>
            </a:r>
            <a:r>
              <a:rPr sz="4200" spc="55" dirty="0">
                <a:solidFill>
                  <a:schemeClr val="tx1"/>
                </a:solidFill>
                <a:latin typeface="Times New Roman" panose="02020603050405020304" pitchFamily="18" charset="0"/>
                <a:cs typeface="Times New Roman" panose="02020603050405020304" pitchFamily="18" charset="0"/>
              </a:rPr>
              <a:t>Detection</a:t>
            </a:r>
            <a:r>
              <a:rPr sz="4200" spc="229" dirty="0">
                <a:solidFill>
                  <a:schemeClr val="tx1"/>
                </a:solidFill>
                <a:latin typeface="Times New Roman" panose="02020603050405020304" pitchFamily="18" charset="0"/>
                <a:cs typeface="Times New Roman" panose="02020603050405020304" pitchFamily="18" charset="0"/>
              </a:rPr>
              <a:t> </a:t>
            </a:r>
            <a:r>
              <a:rPr sz="4200" spc="120" dirty="0">
                <a:solidFill>
                  <a:schemeClr val="tx1"/>
                </a:solidFill>
                <a:latin typeface="Times New Roman" panose="02020603050405020304" pitchFamily="18" charset="0"/>
                <a:cs typeface="Times New Roman" panose="02020603050405020304" pitchFamily="18" charset="0"/>
              </a:rPr>
              <a:t>using </a:t>
            </a:r>
            <a:r>
              <a:rPr sz="4200" spc="70" dirty="0">
                <a:solidFill>
                  <a:schemeClr val="tx1"/>
                </a:solidFill>
                <a:latin typeface="Times New Roman" panose="02020603050405020304" pitchFamily="18" charset="0"/>
                <a:cs typeface="Times New Roman" panose="02020603050405020304" pitchFamily="18" charset="0"/>
              </a:rPr>
              <a:t>Convolutional</a:t>
            </a:r>
            <a:r>
              <a:rPr sz="4200" spc="265" dirty="0">
                <a:solidFill>
                  <a:schemeClr val="tx1"/>
                </a:solidFill>
                <a:latin typeface="Times New Roman" panose="02020603050405020304" pitchFamily="18" charset="0"/>
                <a:cs typeface="Times New Roman" panose="02020603050405020304" pitchFamily="18" charset="0"/>
              </a:rPr>
              <a:t> </a:t>
            </a:r>
            <a:r>
              <a:rPr sz="4200" spc="130" dirty="0">
                <a:solidFill>
                  <a:schemeClr val="tx1"/>
                </a:solidFill>
                <a:latin typeface="Times New Roman" panose="02020603050405020304" pitchFamily="18" charset="0"/>
                <a:cs typeface="Times New Roman" panose="02020603050405020304" pitchFamily="18" charset="0"/>
              </a:rPr>
              <a:t>Neural</a:t>
            </a:r>
            <a:r>
              <a:rPr sz="4200" spc="265" dirty="0">
                <a:solidFill>
                  <a:schemeClr val="tx1"/>
                </a:solidFill>
                <a:latin typeface="Times New Roman" panose="02020603050405020304" pitchFamily="18" charset="0"/>
                <a:cs typeface="Times New Roman" panose="02020603050405020304" pitchFamily="18" charset="0"/>
              </a:rPr>
              <a:t> </a:t>
            </a:r>
            <a:r>
              <a:rPr sz="4200" spc="100" dirty="0">
                <a:solidFill>
                  <a:schemeClr val="tx1"/>
                </a:solidFill>
                <a:latin typeface="Times New Roman" panose="02020603050405020304" pitchFamily="18" charset="0"/>
                <a:cs typeface="Times New Roman" panose="02020603050405020304" pitchFamily="18" charset="0"/>
              </a:rPr>
              <a:t>Network</a:t>
            </a:r>
            <a:endParaRPr sz="42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609600" y="2571750"/>
            <a:ext cx="3810000" cy="765594"/>
          </a:xfrm>
          <a:prstGeom prst="rect">
            <a:avLst/>
          </a:prstGeom>
        </p:spPr>
        <p:txBody>
          <a:bodyPr vert="horz" wrap="square" lIns="0" tIns="27940" rIns="0" bIns="0" rtlCol="0">
            <a:spAutoFit/>
          </a:bodyPr>
          <a:lstStyle/>
          <a:p>
            <a:pPr marL="1012190" marR="5080" indent="-1000125">
              <a:lnSpc>
                <a:spcPts val="2850"/>
              </a:lnSpc>
              <a:spcBef>
                <a:spcPts val="220"/>
              </a:spcBef>
            </a:pPr>
            <a:r>
              <a:rPr lang="en-US" spc="180" dirty="0">
                <a:solidFill>
                  <a:srgbClr val="B7B7B7"/>
                </a:solidFill>
                <a:latin typeface="Calibri"/>
                <a:cs typeface="Calibri"/>
              </a:rPr>
              <a:t>Under the Guidance</a:t>
            </a:r>
            <a:r>
              <a:rPr spc="180" dirty="0">
                <a:solidFill>
                  <a:srgbClr val="B7B7B7"/>
                </a:solidFill>
                <a:latin typeface="Calibri"/>
                <a:cs typeface="Calibri"/>
              </a:rPr>
              <a:t> </a:t>
            </a:r>
            <a:r>
              <a:rPr dirty="0">
                <a:solidFill>
                  <a:srgbClr val="B7B7B7"/>
                </a:solidFill>
                <a:latin typeface="Calibri"/>
                <a:cs typeface="Calibri"/>
              </a:rPr>
              <a:t>:</a:t>
            </a:r>
            <a:r>
              <a:rPr spc="180" dirty="0">
                <a:solidFill>
                  <a:srgbClr val="B7B7B7"/>
                </a:solidFill>
                <a:latin typeface="Calibri"/>
                <a:cs typeface="Calibri"/>
              </a:rPr>
              <a:t> </a:t>
            </a:r>
            <a:endParaRPr lang="en-US" spc="180" dirty="0">
              <a:solidFill>
                <a:srgbClr val="B7B7B7"/>
              </a:solidFill>
              <a:latin typeface="Calibri"/>
              <a:cs typeface="Calibri"/>
            </a:endParaRPr>
          </a:p>
          <a:p>
            <a:pPr marL="1012190" marR="5080" indent="-1000125">
              <a:lnSpc>
                <a:spcPts val="2850"/>
              </a:lnSpc>
              <a:spcBef>
                <a:spcPts val="220"/>
              </a:spcBef>
            </a:pPr>
            <a:r>
              <a:rPr spc="200" dirty="0">
                <a:solidFill>
                  <a:srgbClr val="B7B7B7"/>
                </a:solidFill>
                <a:latin typeface="Calibri"/>
                <a:cs typeface="Calibri"/>
              </a:rPr>
              <a:t>Dr.</a:t>
            </a:r>
            <a:r>
              <a:rPr spc="180" dirty="0">
                <a:solidFill>
                  <a:srgbClr val="B7B7B7"/>
                </a:solidFill>
                <a:latin typeface="Calibri"/>
                <a:cs typeface="Calibri"/>
              </a:rPr>
              <a:t> </a:t>
            </a:r>
            <a:r>
              <a:rPr lang="en-US" spc="225" dirty="0">
                <a:solidFill>
                  <a:srgbClr val="B7B7B7"/>
                </a:solidFill>
                <a:latin typeface="Calibri"/>
                <a:cs typeface="Calibri"/>
              </a:rPr>
              <a:t>Zeenat </a:t>
            </a:r>
            <a:r>
              <a:rPr lang="en-US" spc="225" dirty="0" err="1">
                <a:solidFill>
                  <a:srgbClr val="B7B7B7"/>
                </a:solidFill>
                <a:latin typeface="Calibri"/>
                <a:cs typeface="Calibri"/>
              </a:rPr>
              <a:t>Rehena</a:t>
            </a:r>
            <a:endParaRPr dirty="0">
              <a:latin typeface="Calibri"/>
              <a:cs typeface="Calibri"/>
            </a:endParaRPr>
          </a:p>
        </p:txBody>
      </p:sp>
      <p:sp>
        <p:nvSpPr>
          <p:cNvPr id="4" name="object 4"/>
          <p:cNvSpPr txBox="1"/>
          <p:nvPr/>
        </p:nvSpPr>
        <p:spPr>
          <a:xfrm>
            <a:off x="609600" y="1902488"/>
            <a:ext cx="4724400" cy="698909"/>
          </a:xfrm>
          <a:prstGeom prst="rect">
            <a:avLst/>
          </a:prstGeom>
        </p:spPr>
        <p:txBody>
          <a:bodyPr vert="horz" wrap="square" lIns="0" tIns="12700" rIns="0" bIns="0" rtlCol="0">
            <a:spAutoFit/>
          </a:bodyPr>
          <a:lstStyle/>
          <a:p>
            <a:pPr marL="12700">
              <a:lnSpc>
                <a:spcPts val="1664"/>
              </a:lnSpc>
              <a:spcBef>
                <a:spcPts val="100"/>
              </a:spcBef>
            </a:pPr>
            <a:r>
              <a:rPr lang="en-US" spc="310" dirty="0">
                <a:solidFill>
                  <a:srgbClr val="B7B7B7"/>
                </a:solidFill>
                <a:latin typeface="Calibri"/>
                <a:cs typeface="Calibri"/>
              </a:rPr>
              <a:t>Presented</a:t>
            </a:r>
            <a:r>
              <a:rPr spc="310" dirty="0">
                <a:solidFill>
                  <a:srgbClr val="B7B7B7"/>
                </a:solidFill>
                <a:latin typeface="Calibri"/>
                <a:cs typeface="Calibri"/>
              </a:rPr>
              <a:t> </a:t>
            </a:r>
            <a:r>
              <a:rPr lang="en-US" spc="80" dirty="0">
                <a:solidFill>
                  <a:srgbClr val="B7B7B7"/>
                </a:solidFill>
                <a:latin typeface="Calibri"/>
                <a:cs typeface="Calibri"/>
              </a:rPr>
              <a:t>By</a:t>
            </a:r>
            <a:r>
              <a:rPr spc="80" dirty="0">
                <a:solidFill>
                  <a:srgbClr val="B7B7B7"/>
                </a:solidFill>
                <a:latin typeface="Calibri"/>
                <a:cs typeface="Calibri"/>
              </a:rPr>
              <a:t>:</a:t>
            </a:r>
            <a:endParaRPr dirty="0">
              <a:latin typeface="Calibri"/>
              <a:cs typeface="Calibri"/>
            </a:endParaRPr>
          </a:p>
          <a:p>
            <a:pPr marL="12700" marR="5080">
              <a:lnSpc>
                <a:spcPts val="1650"/>
              </a:lnSpc>
              <a:spcBef>
                <a:spcPts val="65"/>
              </a:spcBef>
            </a:pPr>
            <a:r>
              <a:rPr lang="en-US" dirty="0">
                <a:solidFill>
                  <a:srgbClr val="B7B7B7"/>
                </a:solidFill>
                <a:latin typeface="Calibri"/>
                <a:cs typeface="Calibri"/>
              </a:rPr>
              <a:t>Md Fariyaz Rahaman – CSE224030</a:t>
            </a:r>
          </a:p>
          <a:p>
            <a:pPr marL="12700" marR="5080">
              <a:lnSpc>
                <a:spcPts val="1650"/>
              </a:lnSpc>
              <a:spcBef>
                <a:spcPts val="65"/>
              </a:spcBef>
            </a:pPr>
            <a:r>
              <a:rPr lang="en-US" dirty="0" err="1">
                <a:solidFill>
                  <a:srgbClr val="B7B7B7"/>
                </a:solidFill>
                <a:latin typeface="Calibri"/>
                <a:cs typeface="Calibri"/>
              </a:rPr>
              <a:t>Imatj</a:t>
            </a:r>
            <a:r>
              <a:rPr lang="en-US" dirty="0">
                <a:solidFill>
                  <a:srgbClr val="B7B7B7"/>
                </a:solidFill>
                <a:latin typeface="Calibri"/>
                <a:cs typeface="Calibri"/>
              </a:rPr>
              <a:t> Ali – CSE224033</a:t>
            </a:r>
            <a:endParaRPr dirty="0">
              <a:latin typeface="Calibri"/>
              <a:cs typeface="Calibri"/>
            </a:endParaRPr>
          </a:p>
        </p:txBody>
      </p:sp>
      <p:sp>
        <p:nvSpPr>
          <p:cNvPr id="7" name="TextBox 6">
            <a:extLst>
              <a:ext uri="{FF2B5EF4-FFF2-40B4-BE49-F238E27FC236}">
                <a16:creationId xmlns:a16="http://schemas.microsoft.com/office/drawing/2014/main" id="{A4AD16C0-210E-1F8D-D7E1-BDCFD26ADE83}"/>
              </a:ext>
            </a:extLst>
          </p:cNvPr>
          <p:cNvSpPr txBox="1"/>
          <p:nvPr/>
        </p:nvSpPr>
        <p:spPr>
          <a:xfrm>
            <a:off x="518160" y="3706496"/>
            <a:ext cx="5205475" cy="646331"/>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a:t>
            </a:r>
          </a:p>
          <a:p>
            <a:r>
              <a:rPr lang="en-US" dirty="0">
                <a:solidFill>
                  <a:schemeClr val="bg1"/>
                </a:solidFill>
                <a:latin typeface="Times New Roman" panose="02020603050405020304" pitchFamily="18" charset="0"/>
                <a:cs typeface="Times New Roman" panose="02020603050405020304" pitchFamily="18" charset="0"/>
              </a:rPr>
              <a:t>Aliah University</a:t>
            </a:r>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
        <p:nvSpPr>
          <p:cNvPr id="3" name="object 3"/>
          <p:cNvSpPr txBox="1">
            <a:spLocks noGrp="1"/>
          </p:cNvSpPr>
          <p:nvPr>
            <p:ph type="title"/>
          </p:nvPr>
        </p:nvSpPr>
        <p:spPr>
          <a:xfrm>
            <a:off x="384725" y="97635"/>
            <a:ext cx="8374549" cy="801758"/>
          </a:xfrm>
          <a:prstGeom prst="rect">
            <a:avLst/>
          </a:prstGeom>
        </p:spPr>
        <p:txBody>
          <a:bodyPr vert="horz" wrap="square" lIns="0" tIns="306324" rIns="0" bIns="0" rtlCol="0">
            <a:spAutoFit/>
          </a:bodyPr>
          <a:lstStyle/>
          <a:p>
            <a:pPr marL="12700" algn="ctr">
              <a:lnSpc>
                <a:spcPct val="100000"/>
              </a:lnSpc>
              <a:spcBef>
                <a:spcPts val="100"/>
              </a:spcBef>
            </a:pPr>
            <a:r>
              <a:rPr sz="3200" b="1" u="sng" spc="45" dirty="0">
                <a:latin typeface="Times New Roman" panose="02020603050405020304" pitchFamily="18" charset="0"/>
                <a:cs typeface="Times New Roman" panose="02020603050405020304" pitchFamily="18" charset="0"/>
              </a:rPr>
              <a:t>Contents</a:t>
            </a:r>
          </a:p>
        </p:txBody>
      </p:sp>
      <p:sp>
        <p:nvSpPr>
          <p:cNvPr id="4" name="object 4"/>
          <p:cNvSpPr txBox="1"/>
          <p:nvPr/>
        </p:nvSpPr>
        <p:spPr>
          <a:xfrm>
            <a:off x="413300" y="1053561"/>
            <a:ext cx="5149300" cy="3423373"/>
          </a:xfrm>
          <a:prstGeom prst="rect">
            <a:avLst/>
          </a:prstGeom>
        </p:spPr>
        <p:txBody>
          <a:bodyPr vert="horz" wrap="square" lIns="0" tIns="45085" rIns="0" bIns="0" rtlCol="0">
            <a:spAutoFit/>
          </a:bodyPr>
          <a:lstStyle/>
          <a:p>
            <a:pPr marL="440690" indent="-427990">
              <a:lnSpc>
                <a:spcPct val="100000"/>
              </a:lnSpc>
              <a:spcBef>
                <a:spcPts val="355"/>
              </a:spcBef>
              <a:buFont typeface="SimSun-ExtB"/>
              <a:buChar char="➢"/>
              <a:tabLst>
                <a:tab pos="440690" algn="l"/>
              </a:tabLst>
            </a:pPr>
            <a:r>
              <a:rPr lang="en-US" sz="1600" dirty="0">
                <a:latin typeface="Times New Roman" panose="02020603050405020304" pitchFamily="18" charset="0"/>
                <a:cs typeface="Times New Roman" panose="02020603050405020304" pitchFamily="18" charset="0"/>
              </a:rPr>
              <a:t>Introduction</a:t>
            </a:r>
            <a:endParaRPr sz="1600" dirty="0">
              <a:latin typeface="Times New Roman" panose="02020603050405020304" pitchFamily="18" charset="0"/>
              <a:cs typeface="Times New Roman" panose="02020603050405020304" pitchFamily="18" charset="0"/>
            </a:endParaRPr>
          </a:p>
          <a:p>
            <a:pPr marL="440690" indent="-427990">
              <a:lnSpc>
                <a:spcPct val="100000"/>
              </a:lnSpc>
              <a:spcBef>
                <a:spcPts val="254"/>
              </a:spcBef>
              <a:buFont typeface="SimSun-ExtB"/>
              <a:buChar char="➢"/>
              <a:tabLst>
                <a:tab pos="440690" algn="l"/>
              </a:tabLst>
            </a:pPr>
            <a:r>
              <a:rPr lang="en-IN" sz="1600" dirty="0">
                <a:latin typeface="Times New Roman" panose="02020603050405020304" pitchFamily="18" charset="0"/>
                <a:cs typeface="Times New Roman" panose="02020603050405020304" pitchFamily="18" charset="0"/>
              </a:rPr>
              <a:t>Challenges</a:t>
            </a:r>
          </a:p>
          <a:p>
            <a:pPr marL="440690" indent="-427990">
              <a:lnSpc>
                <a:spcPct val="100000"/>
              </a:lnSpc>
              <a:spcBef>
                <a:spcPts val="254"/>
              </a:spcBef>
              <a:buFont typeface="SimSun-ExtB"/>
              <a:buChar char="➢"/>
              <a:tabLst>
                <a:tab pos="440690" algn="l"/>
              </a:tabLst>
            </a:pPr>
            <a:r>
              <a:rPr lang="en-US" sz="1600" spc="50" dirty="0">
                <a:latin typeface="Times New Roman" panose="02020603050405020304" pitchFamily="18" charset="0"/>
                <a:cs typeface="Times New Roman" panose="02020603050405020304" pitchFamily="18" charset="0"/>
              </a:rPr>
              <a:t>Objectives</a:t>
            </a:r>
          </a:p>
          <a:p>
            <a:pPr marL="440690" indent="-427990">
              <a:lnSpc>
                <a:spcPct val="100000"/>
              </a:lnSpc>
              <a:spcBef>
                <a:spcPts val="254"/>
              </a:spcBef>
              <a:buFont typeface="SimSun-ExtB"/>
              <a:buChar char="➢"/>
              <a:tabLst>
                <a:tab pos="440690" algn="l"/>
              </a:tabLst>
            </a:pPr>
            <a:r>
              <a:rPr lang="en-US" sz="1600" dirty="0">
                <a:latin typeface="Times New Roman" panose="02020603050405020304" pitchFamily="18" charset="0"/>
                <a:cs typeface="Times New Roman" panose="02020603050405020304" pitchFamily="18" charset="0"/>
              </a:rPr>
              <a:t>Literature Survey</a:t>
            </a:r>
            <a:endParaRPr sz="1600" dirty="0">
              <a:latin typeface="Times New Roman" panose="02020603050405020304" pitchFamily="18" charset="0"/>
              <a:cs typeface="Times New Roman" panose="02020603050405020304" pitchFamily="18" charset="0"/>
            </a:endParaRPr>
          </a:p>
          <a:p>
            <a:pPr marL="440690" indent="-427990">
              <a:lnSpc>
                <a:spcPct val="100000"/>
              </a:lnSpc>
              <a:spcBef>
                <a:spcPts val="254"/>
              </a:spcBef>
              <a:buFont typeface="SimSun-ExtB"/>
              <a:buChar char="➢"/>
              <a:tabLst>
                <a:tab pos="440690" algn="l"/>
              </a:tabLst>
            </a:pPr>
            <a:r>
              <a:rPr lang="en-IN" sz="1600" spc="80" dirty="0">
                <a:latin typeface="Times New Roman" panose="02020603050405020304" pitchFamily="18" charset="0"/>
                <a:cs typeface="Times New Roman" panose="02020603050405020304" pitchFamily="18" charset="0"/>
              </a:rPr>
              <a:t>Model Description</a:t>
            </a:r>
            <a:endParaRPr sz="1600" dirty="0">
              <a:latin typeface="Times New Roman" panose="02020603050405020304" pitchFamily="18" charset="0"/>
              <a:cs typeface="Times New Roman" panose="02020603050405020304" pitchFamily="18" charset="0"/>
            </a:endParaRPr>
          </a:p>
          <a:p>
            <a:pPr marL="440690" indent="-427990">
              <a:lnSpc>
                <a:spcPct val="100000"/>
              </a:lnSpc>
              <a:spcBef>
                <a:spcPts val="254"/>
              </a:spcBef>
              <a:buFont typeface="SimSun-ExtB"/>
              <a:buChar char="➢"/>
              <a:tabLst>
                <a:tab pos="440690" algn="l"/>
              </a:tabLst>
            </a:pPr>
            <a:r>
              <a:rPr sz="1600" spc="55" dirty="0">
                <a:latin typeface="Times New Roman" panose="02020603050405020304" pitchFamily="18" charset="0"/>
                <a:cs typeface="Times New Roman" panose="02020603050405020304" pitchFamily="18" charset="0"/>
              </a:rPr>
              <a:t>Packages</a:t>
            </a:r>
            <a:r>
              <a:rPr sz="1600" spc="10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and</a:t>
            </a:r>
            <a:r>
              <a:rPr sz="1600" spc="105" dirty="0">
                <a:latin typeface="Times New Roman" panose="02020603050405020304" pitchFamily="18" charset="0"/>
                <a:cs typeface="Times New Roman" panose="02020603050405020304" pitchFamily="18" charset="0"/>
              </a:rPr>
              <a:t> </a:t>
            </a:r>
            <a:r>
              <a:rPr sz="1600" spc="55" dirty="0">
                <a:latin typeface="Times New Roman" panose="02020603050405020304" pitchFamily="18" charset="0"/>
                <a:cs typeface="Times New Roman" panose="02020603050405020304" pitchFamily="18" charset="0"/>
              </a:rPr>
              <a:t>Platforms</a:t>
            </a:r>
            <a:r>
              <a:rPr sz="1600" spc="105" dirty="0">
                <a:latin typeface="Times New Roman" panose="02020603050405020304" pitchFamily="18" charset="0"/>
                <a:cs typeface="Times New Roman" panose="02020603050405020304" pitchFamily="18" charset="0"/>
              </a:rPr>
              <a:t> </a:t>
            </a:r>
            <a:r>
              <a:rPr sz="1600" spc="-20" dirty="0">
                <a:latin typeface="Times New Roman" panose="02020603050405020304" pitchFamily="18" charset="0"/>
                <a:cs typeface="Times New Roman" panose="02020603050405020304" pitchFamily="18" charset="0"/>
              </a:rPr>
              <a:t>used</a:t>
            </a:r>
            <a:endParaRPr sz="1600" dirty="0">
              <a:latin typeface="Times New Roman" panose="02020603050405020304" pitchFamily="18" charset="0"/>
              <a:cs typeface="Times New Roman" panose="02020603050405020304" pitchFamily="18" charset="0"/>
            </a:endParaRPr>
          </a:p>
          <a:p>
            <a:pPr marL="440690" indent="-427990">
              <a:lnSpc>
                <a:spcPct val="100000"/>
              </a:lnSpc>
              <a:spcBef>
                <a:spcPts val="254"/>
              </a:spcBef>
              <a:buFont typeface="SimSun-ExtB"/>
              <a:buChar char="➢"/>
              <a:tabLst>
                <a:tab pos="440690" algn="l"/>
              </a:tabLst>
            </a:pPr>
            <a:r>
              <a:rPr sz="1600" spc="40" dirty="0">
                <a:latin typeface="Times New Roman" panose="02020603050405020304" pitchFamily="18" charset="0"/>
                <a:cs typeface="Times New Roman" panose="02020603050405020304" pitchFamily="18" charset="0"/>
              </a:rPr>
              <a:t>Dataset</a:t>
            </a:r>
            <a:r>
              <a:rPr lang="en-US" sz="1600" spc="40" dirty="0">
                <a:latin typeface="Times New Roman" panose="02020603050405020304" pitchFamily="18" charset="0"/>
                <a:cs typeface="Times New Roman" panose="02020603050405020304" pitchFamily="18" charset="0"/>
              </a:rPr>
              <a:t> </a:t>
            </a:r>
            <a:r>
              <a:rPr lang="en-US" sz="1600" spc="105" dirty="0">
                <a:latin typeface="Times New Roman" panose="02020603050405020304" pitchFamily="18" charset="0"/>
                <a:cs typeface="Times New Roman" panose="02020603050405020304" pitchFamily="18" charset="0"/>
              </a:rPr>
              <a:t>Description</a:t>
            </a:r>
          </a:p>
          <a:p>
            <a:pPr marL="440690" indent="-427990">
              <a:spcBef>
                <a:spcPts val="254"/>
              </a:spcBef>
              <a:buFont typeface="SimSun-ExtB"/>
              <a:buChar char="➢"/>
              <a:tabLst>
                <a:tab pos="440690" algn="l"/>
              </a:tabLst>
            </a:pPr>
            <a:r>
              <a:rPr lang="en-IN" sz="1600" spc="40" dirty="0">
                <a:latin typeface="Times New Roman" panose="02020603050405020304" pitchFamily="18" charset="0"/>
                <a:cs typeface="Times New Roman" panose="02020603050405020304" pitchFamily="18" charset="0"/>
              </a:rPr>
              <a:t>Flowchart</a:t>
            </a:r>
            <a:endParaRPr sz="1600" dirty="0">
              <a:latin typeface="Times New Roman" panose="02020603050405020304" pitchFamily="18" charset="0"/>
              <a:cs typeface="Times New Roman" panose="02020603050405020304" pitchFamily="18" charset="0"/>
            </a:endParaRPr>
          </a:p>
          <a:p>
            <a:pPr marL="440690" indent="-427990">
              <a:lnSpc>
                <a:spcPct val="100000"/>
              </a:lnSpc>
              <a:spcBef>
                <a:spcPts val="254"/>
              </a:spcBef>
              <a:buFont typeface="SimSun-ExtB"/>
              <a:buChar char="➢"/>
              <a:tabLst>
                <a:tab pos="440690" algn="l"/>
              </a:tabLst>
            </a:pPr>
            <a:r>
              <a:rPr lang="en-IN" sz="1600" spc="95" dirty="0">
                <a:latin typeface="Times New Roman" panose="02020603050405020304" pitchFamily="18" charset="0"/>
                <a:cs typeface="Times New Roman" panose="02020603050405020304" pitchFamily="18" charset="0"/>
              </a:rPr>
              <a:t>Work </a:t>
            </a:r>
            <a:r>
              <a:rPr sz="1600" spc="45" dirty="0">
                <a:latin typeface="Times New Roman" panose="02020603050405020304" pitchFamily="18" charset="0"/>
                <a:cs typeface="Times New Roman" panose="02020603050405020304" pitchFamily="18" charset="0"/>
              </a:rPr>
              <a:t>Process</a:t>
            </a:r>
            <a:endParaRPr sz="1600" dirty="0">
              <a:latin typeface="Times New Roman" panose="02020603050405020304" pitchFamily="18" charset="0"/>
              <a:cs typeface="Times New Roman" panose="02020603050405020304" pitchFamily="18" charset="0"/>
            </a:endParaRPr>
          </a:p>
          <a:p>
            <a:pPr marL="440690" indent="-427990">
              <a:lnSpc>
                <a:spcPct val="100000"/>
              </a:lnSpc>
              <a:spcBef>
                <a:spcPts val="254"/>
              </a:spcBef>
              <a:buFont typeface="SimSun-ExtB"/>
              <a:buChar char="➢"/>
              <a:tabLst>
                <a:tab pos="440690" algn="l"/>
              </a:tabLst>
            </a:pPr>
            <a:r>
              <a:rPr lang="en-IN" sz="1600" spc="40" dirty="0">
                <a:latin typeface="Times New Roman" panose="02020603050405020304" pitchFamily="18" charset="0"/>
                <a:cs typeface="Times New Roman" panose="02020603050405020304" pitchFamily="18" charset="0"/>
              </a:rPr>
              <a:t>Result &amp; Discussion</a:t>
            </a:r>
            <a:endParaRPr sz="1600" dirty="0">
              <a:latin typeface="Times New Roman" panose="02020603050405020304" pitchFamily="18" charset="0"/>
              <a:cs typeface="Times New Roman" panose="02020603050405020304" pitchFamily="18" charset="0"/>
            </a:endParaRPr>
          </a:p>
          <a:p>
            <a:pPr marL="440690" indent="-427990">
              <a:lnSpc>
                <a:spcPct val="100000"/>
              </a:lnSpc>
              <a:spcBef>
                <a:spcPts val="254"/>
              </a:spcBef>
              <a:buFont typeface="SimSun-ExtB"/>
              <a:buChar char="➢"/>
              <a:tabLst>
                <a:tab pos="440690" algn="l"/>
              </a:tabLst>
            </a:pPr>
            <a:r>
              <a:rPr sz="1600" spc="-10" dirty="0">
                <a:latin typeface="Times New Roman" panose="02020603050405020304" pitchFamily="18" charset="0"/>
                <a:cs typeface="Times New Roman" panose="02020603050405020304" pitchFamily="18" charset="0"/>
              </a:rPr>
              <a:t>Conclusion</a:t>
            </a:r>
            <a:endParaRPr sz="1600" dirty="0">
              <a:latin typeface="Times New Roman" panose="02020603050405020304" pitchFamily="18" charset="0"/>
              <a:cs typeface="Times New Roman" panose="02020603050405020304" pitchFamily="18" charset="0"/>
            </a:endParaRPr>
          </a:p>
          <a:p>
            <a:pPr marL="440690" indent="-427990">
              <a:lnSpc>
                <a:spcPct val="100000"/>
              </a:lnSpc>
              <a:spcBef>
                <a:spcPts val="254"/>
              </a:spcBef>
              <a:buFont typeface="SimSun-ExtB"/>
              <a:buChar char="➢"/>
              <a:tabLst>
                <a:tab pos="440690" algn="l"/>
              </a:tabLst>
            </a:pPr>
            <a:r>
              <a:rPr sz="1600" spc="-10" dirty="0">
                <a:latin typeface="Times New Roman" panose="02020603050405020304" pitchFamily="18" charset="0"/>
                <a:cs typeface="Times New Roman" panose="02020603050405020304" pitchFamily="18" charset="0"/>
              </a:rPr>
              <a:t>References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3A71F-F5F2-2A8A-EFC7-1C5BF528825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0E6E5AC-A9F6-2C94-08A9-6F330DC54E2B}"/>
              </a:ext>
            </a:extLst>
          </p:cNvPr>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
        <p:nvSpPr>
          <p:cNvPr id="3" name="object 3">
            <a:extLst>
              <a:ext uri="{FF2B5EF4-FFF2-40B4-BE49-F238E27FC236}">
                <a16:creationId xmlns:a16="http://schemas.microsoft.com/office/drawing/2014/main" id="{B0D5EDC8-3B75-3303-8324-D6285F61F63E}"/>
              </a:ext>
            </a:extLst>
          </p:cNvPr>
          <p:cNvSpPr txBox="1">
            <a:spLocks noGrp="1"/>
          </p:cNvSpPr>
          <p:nvPr>
            <p:ph type="title"/>
          </p:nvPr>
        </p:nvSpPr>
        <p:spPr>
          <a:xfrm>
            <a:off x="384725" y="97635"/>
            <a:ext cx="8374549" cy="801758"/>
          </a:xfrm>
          <a:prstGeom prst="rect">
            <a:avLst/>
          </a:prstGeom>
        </p:spPr>
        <p:txBody>
          <a:bodyPr vert="horz" wrap="square" lIns="0" tIns="306324" rIns="0" bIns="0" rtlCol="0">
            <a:spAutoFit/>
          </a:bodyPr>
          <a:lstStyle/>
          <a:p>
            <a:pPr marL="12700" algn="ctr">
              <a:spcBef>
                <a:spcPts val="100"/>
              </a:spcBef>
            </a:pPr>
            <a:r>
              <a:rPr lang="en-US" sz="3200" b="1" u="sng" dirty="0">
                <a:latin typeface="Times New Roman" panose="02020603050405020304" pitchFamily="18" charset="0"/>
                <a:cs typeface="Times New Roman" panose="02020603050405020304" pitchFamily="18" charset="0"/>
              </a:rPr>
              <a:t>Introduction</a:t>
            </a:r>
            <a:endParaRPr b="1" u="sng" spc="45"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E59A7A9-FA33-7F05-016E-AD1CAA805EC2}"/>
              </a:ext>
            </a:extLst>
          </p:cNvPr>
          <p:cNvSpPr txBox="1"/>
          <p:nvPr/>
        </p:nvSpPr>
        <p:spPr>
          <a:xfrm>
            <a:off x="304800" y="899393"/>
            <a:ext cx="7692475" cy="2308324"/>
          </a:xfrm>
          <a:prstGeom prst="rect">
            <a:avLst/>
          </a:prstGeom>
          <a:noFill/>
        </p:spPr>
        <p:txBody>
          <a:bodyPr wrap="square" rtlCol="0">
            <a:spAutoFit/>
          </a:bodyPr>
          <a:lstStyle/>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Plant diseases considerably reduce crops yield and agricultural productivity.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Traditional disease detection depends upon a person's visual examination by experts.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Previous techniques relied on image processing and machine learning methods.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Deep learning models such as CNNs attained improved accuracy for disease classification.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plant disease detection system based on CNN is developed using leaf images.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implementation has been done using a </a:t>
            </a:r>
            <a:r>
              <a:rPr lang="en-US" sz="1600" dirty="0" err="1">
                <a:latin typeface="Times New Roman" panose="02020603050405020304" pitchFamily="18" charset="0"/>
                <a:cs typeface="Times New Roman" panose="02020603050405020304" pitchFamily="18" charset="0"/>
              </a:rPr>
              <a:t>Streamlit</a:t>
            </a:r>
            <a:r>
              <a:rPr lang="en-US" sz="1600" dirty="0">
                <a:latin typeface="Times New Roman" panose="02020603050405020304" pitchFamily="18" charset="0"/>
                <a:cs typeface="Times New Roman" panose="02020603050405020304" pitchFamily="18" charset="0"/>
              </a:rPr>
              <a:t> web application for real-time disease prediction.</a:t>
            </a:r>
          </a:p>
        </p:txBody>
      </p:sp>
    </p:spTree>
    <p:extLst>
      <p:ext uri="{BB962C8B-B14F-4D97-AF65-F5344CB8AC3E}">
        <p14:creationId xmlns:p14="http://schemas.microsoft.com/office/powerpoint/2010/main" val="1567759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0D396-CDBD-771F-029C-ECCDC38099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A2BD15C-0244-9328-9712-744E717C5352}"/>
              </a:ext>
            </a:extLst>
          </p:cNvPr>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
        <p:nvSpPr>
          <p:cNvPr id="3" name="object 3">
            <a:extLst>
              <a:ext uri="{FF2B5EF4-FFF2-40B4-BE49-F238E27FC236}">
                <a16:creationId xmlns:a16="http://schemas.microsoft.com/office/drawing/2014/main" id="{84C34E43-B4AA-DD62-3B7A-FDBF7089B0A0}"/>
              </a:ext>
            </a:extLst>
          </p:cNvPr>
          <p:cNvSpPr txBox="1">
            <a:spLocks noGrp="1"/>
          </p:cNvSpPr>
          <p:nvPr>
            <p:ph type="title"/>
          </p:nvPr>
        </p:nvSpPr>
        <p:spPr>
          <a:xfrm>
            <a:off x="384725" y="97635"/>
            <a:ext cx="8374549" cy="801758"/>
          </a:xfrm>
          <a:prstGeom prst="rect">
            <a:avLst/>
          </a:prstGeom>
        </p:spPr>
        <p:txBody>
          <a:bodyPr vert="horz" wrap="square" lIns="0" tIns="306324" rIns="0" bIns="0" rtlCol="0">
            <a:spAutoFit/>
          </a:bodyPr>
          <a:lstStyle/>
          <a:p>
            <a:pPr marL="12700" algn="ctr">
              <a:spcBef>
                <a:spcPts val="100"/>
              </a:spcBef>
            </a:pPr>
            <a:r>
              <a:rPr lang="en-IN" sz="3200" b="1" u="sng" dirty="0">
                <a:latin typeface="Times New Roman" panose="02020603050405020304" pitchFamily="18" charset="0"/>
                <a:cs typeface="Times New Roman" panose="02020603050405020304" pitchFamily="18" charset="0"/>
              </a:rPr>
              <a:t>Challenges</a:t>
            </a:r>
            <a:endParaRPr b="1" u="sng" spc="45"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C53EB8A-28FF-9AF1-5239-CCFFBCC2BE6A}"/>
              </a:ext>
            </a:extLst>
          </p:cNvPr>
          <p:cNvSpPr txBox="1"/>
          <p:nvPr/>
        </p:nvSpPr>
        <p:spPr>
          <a:xfrm>
            <a:off x="384725" y="1047750"/>
            <a:ext cx="7692475"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Variations in lighting, background, and image quality affect model accuracy.</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Some plant diseases have very similar visual symptoms, making classification difficult.</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Imbalanced dataset across different disease classes can lead to biased predictions.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Real-world field images may differ from dataset images, reducing model generalization.</a:t>
            </a:r>
          </a:p>
        </p:txBody>
      </p:sp>
    </p:spTree>
    <p:extLst>
      <p:ext uri="{BB962C8B-B14F-4D97-AF65-F5344CB8AC3E}">
        <p14:creationId xmlns:p14="http://schemas.microsoft.com/office/powerpoint/2010/main" val="3785234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F207C-94A2-D1E3-CC0D-569EDADD13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8EAD4E-BD2F-ACE6-0012-A7184055EBB1}"/>
              </a:ext>
            </a:extLst>
          </p:cNvPr>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
        <p:nvSpPr>
          <p:cNvPr id="3" name="object 3">
            <a:extLst>
              <a:ext uri="{FF2B5EF4-FFF2-40B4-BE49-F238E27FC236}">
                <a16:creationId xmlns:a16="http://schemas.microsoft.com/office/drawing/2014/main" id="{517738C6-FEF9-813F-F506-83921FC7821A}"/>
              </a:ext>
            </a:extLst>
          </p:cNvPr>
          <p:cNvSpPr txBox="1">
            <a:spLocks noGrp="1"/>
          </p:cNvSpPr>
          <p:nvPr>
            <p:ph type="title"/>
          </p:nvPr>
        </p:nvSpPr>
        <p:spPr>
          <a:xfrm>
            <a:off x="384725" y="97635"/>
            <a:ext cx="8374549" cy="801758"/>
          </a:xfrm>
          <a:prstGeom prst="rect">
            <a:avLst/>
          </a:prstGeom>
        </p:spPr>
        <p:txBody>
          <a:bodyPr vert="horz" wrap="square" lIns="0" tIns="306324" rIns="0" bIns="0" rtlCol="0">
            <a:spAutoFit/>
          </a:bodyPr>
          <a:lstStyle/>
          <a:p>
            <a:pPr marL="12700" algn="ctr">
              <a:spcBef>
                <a:spcPts val="100"/>
              </a:spcBef>
            </a:pPr>
            <a:r>
              <a:rPr lang="en-IN" sz="3200" b="1" u="sng" spc="-10" dirty="0">
                <a:latin typeface="Times New Roman" panose="02020603050405020304" pitchFamily="18" charset="0"/>
                <a:cs typeface="Times New Roman" panose="02020603050405020304" pitchFamily="18" charset="0"/>
              </a:rPr>
              <a:t>Objective</a:t>
            </a:r>
            <a:endParaRPr sz="3200" b="1" u="sng" spc="45"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19C1832-6B81-2313-AF3B-AF2574E16E23}"/>
              </a:ext>
            </a:extLst>
          </p:cNvPr>
          <p:cNvSpPr txBox="1"/>
          <p:nvPr/>
        </p:nvSpPr>
        <p:spPr>
          <a:xfrm>
            <a:off x="457200" y="1047750"/>
            <a:ext cx="8229600"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design and develop an intelligent CNN-based deep learning system that accurately detects and classifies healthy and diseased crop leaves from leaf images using a standard dataset.</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build a user-friendly web application that enables users to upload leaf images, receive disease detection results, and obtain appropriate remedial or treatment suggestions to support timely decision-making for farmers.</a:t>
            </a:r>
          </a:p>
        </p:txBody>
      </p:sp>
    </p:spTree>
    <p:extLst>
      <p:ext uri="{BB962C8B-B14F-4D97-AF65-F5344CB8AC3E}">
        <p14:creationId xmlns:p14="http://schemas.microsoft.com/office/powerpoint/2010/main" val="2449629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
        <p:nvSpPr>
          <p:cNvPr id="3" name="object 3"/>
          <p:cNvSpPr txBox="1">
            <a:spLocks noGrp="1"/>
          </p:cNvSpPr>
          <p:nvPr>
            <p:ph type="title"/>
          </p:nvPr>
        </p:nvSpPr>
        <p:spPr>
          <a:xfrm>
            <a:off x="384725" y="97635"/>
            <a:ext cx="8374549" cy="914397"/>
          </a:xfrm>
          <a:prstGeom prst="rect">
            <a:avLst/>
          </a:prstGeom>
        </p:spPr>
        <p:txBody>
          <a:bodyPr vert="horz" wrap="square" lIns="0" tIns="417874" rIns="0" bIns="0" rtlCol="0">
            <a:spAutoFit/>
          </a:bodyPr>
          <a:lstStyle/>
          <a:p>
            <a:pPr marL="12700" algn="ctr">
              <a:spcBef>
                <a:spcPts val="100"/>
              </a:spcBef>
            </a:pPr>
            <a:r>
              <a:rPr lang="en-US" sz="3200" b="1" u="sng" dirty="0">
                <a:latin typeface="Times New Roman" panose="02020603050405020304" pitchFamily="18" charset="0"/>
                <a:cs typeface="Times New Roman" panose="02020603050405020304" pitchFamily="18" charset="0"/>
              </a:rPr>
              <a:t>Literature Survey</a:t>
            </a:r>
            <a:endParaRPr b="1" u="sng" spc="8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076DEC77-EB40-17B6-6B17-D058AB4AD5BE}"/>
              </a:ext>
            </a:extLst>
          </p:cNvPr>
          <p:cNvGraphicFramePr>
            <a:graphicFrameLocks noGrp="1"/>
          </p:cNvGraphicFramePr>
          <p:nvPr>
            <p:extLst>
              <p:ext uri="{D42A27DB-BD31-4B8C-83A1-F6EECF244321}">
                <p14:modId xmlns:p14="http://schemas.microsoft.com/office/powerpoint/2010/main" val="3984179880"/>
              </p:ext>
            </p:extLst>
          </p:nvPr>
        </p:nvGraphicFramePr>
        <p:xfrm>
          <a:off x="236048" y="1047750"/>
          <a:ext cx="8374550" cy="3897375"/>
        </p:xfrm>
        <a:graphic>
          <a:graphicData uri="http://schemas.openxmlformats.org/drawingml/2006/table">
            <a:tbl>
              <a:tblPr firstRow="1" bandRow="1">
                <a:tableStyleId>{5C22544A-7EE6-4342-B048-85BDC9FD1C3A}</a:tableStyleId>
              </a:tblPr>
              <a:tblGrid>
                <a:gridCol w="449752">
                  <a:extLst>
                    <a:ext uri="{9D8B030D-6E8A-4147-A177-3AD203B41FA5}">
                      <a16:colId xmlns:a16="http://schemas.microsoft.com/office/drawing/2014/main" val="893313411"/>
                    </a:ext>
                  </a:extLst>
                </a:gridCol>
                <a:gridCol w="1066726">
                  <a:extLst>
                    <a:ext uri="{9D8B030D-6E8A-4147-A177-3AD203B41FA5}">
                      <a16:colId xmlns:a16="http://schemas.microsoft.com/office/drawing/2014/main" val="244815007"/>
                    </a:ext>
                  </a:extLst>
                </a:gridCol>
                <a:gridCol w="4286297">
                  <a:extLst>
                    <a:ext uri="{9D8B030D-6E8A-4147-A177-3AD203B41FA5}">
                      <a16:colId xmlns:a16="http://schemas.microsoft.com/office/drawing/2014/main" val="3269586475"/>
                    </a:ext>
                  </a:extLst>
                </a:gridCol>
                <a:gridCol w="1558653">
                  <a:extLst>
                    <a:ext uri="{9D8B030D-6E8A-4147-A177-3AD203B41FA5}">
                      <a16:colId xmlns:a16="http://schemas.microsoft.com/office/drawing/2014/main" val="656684133"/>
                    </a:ext>
                  </a:extLst>
                </a:gridCol>
                <a:gridCol w="1013122">
                  <a:extLst>
                    <a:ext uri="{9D8B030D-6E8A-4147-A177-3AD203B41FA5}">
                      <a16:colId xmlns:a16="http://schemas.microsoft.com/office/drawing/2014/main" val="2732641560"/>
                    </a:ext>
                  </a:extLst>
                </a:gridCol>
              </a:tblGrid>
              <a:tr h="446025">
                <a:tc>
                  <a:txBody>
                    <a:bodyPr/>
                    <a:lstStyle/>
                    <a:p>
                      <a:pPr>
                        <a:buNone/>
                      </a:pPr>
                      <a:r>
                        <a:rPr lang="en-IN" sz="1200" b="1" dirty="0">
                          <a:latin typeface="Times New Roman" panose="02020603050405020304" pitchFamily="18" charset="0"/>
                          <a:cs typeface="Times New Roman" panose="02020603050405020304" pitchFamily="18" charset="0"/>
                        </a:rPr>
                        <a:t>Sl. No.</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b="1" dirty="0">
                          <a:latin typeface="Times New Roman" panose="02020603050405020304" pitchFamily="18" charset="0"/>
                          <a:cs typeface="Times New Roman" panose="02020603050405020304" pitchFamily="18" charset="0"/>
                        </a:rPr>
                        <a:t>Author(s)</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b="1" dirty="0">
                          <a:latin typeface="Times New Roman" panose="02020603050405020304" pitchFamily="18" charset="0"/>
                          <a:cs typeface="Times New Roman" panose="02020603050405020304" pitchFamily="18" charset="0"/>
                        </a:rPr>
                        <a:t>Paper Title</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b="1" dirty="0">
                          <a:latin typeface="Times New Roman" panose="02020603050405020304" pitchFamily="18" charset="0"/>
                          <a:cs typeface="Times New Roman" panose="02020603050405020304" pitchFamily="18" charset="0"/>
                        </a:rPr>
                        <a:t>Method Used</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b="1" dirty="0">
                          <a:latin typeface="Times New Roman" panose="02020603050405020304" pitchFamily="18" charset="0"/>
                          <a:cs typeface="Times New Roman" panose="02020603050405020304" pitchFamily="18" charset="0"/>
                        </a:rPr>
                        <a:t>Year</a:t>
                      </a:r>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7543130"/>
                  </a:ext>
                </a:extLst>
              </a:tr>
              <a:tr h="772284">
                <a:tc>
                  <a:txBody>
                    <a:bodyPr/>
                    <a:lstStyle/>
                    <a:p>
                      <a:pPr>
                        <a:buNone/>
                      </a:pPr>
                      <a:r>
                        <a:rPr lang="en-IN" sz="1000">
                          <a:latin typeface="Times New Roman" panose="02020603050405020304" pitchFamily="18" charset="0"/>
                          <a:cs typeface="Times New Roman" panose="02020603050405020304" pitchFamily="18" charset="0"/>
                        </a:rPr>
                        <a:t>1</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Dubey </a:t>
                      </a:r>
                      <a:r>
                        <a:rPr lang="en-IN" sz="1200" b="1" dirty="0">
                          <a:latin typeface="Times New Roman" panose="02020603050405020304" pitchFamily="18" charset="0"/>
                          <a:cs typeface="Times New Roman" panose="02020603050405020304" pitchFamily="18" charset="0"/>
                        </a:rPr>
                        <a:t>et 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200" dirty="0">
                          <a:latin typeface="Times New Roman" panose="02020603050405020304" pitchFamily="18" charset="0"/>
                          <a:cs typeface="Times New Roman" panose="02020603050405020304" pitchFamily="18" charset="0"/>
                        </a:rPr>
                        <a:t>Detection and Classification of Apple Fruit Diseases Using Local Binary Patterns</a:t>
                      </a:r>
                    </a:p>
                  </a:txBody>
                  <a:tcPr anchor="ctr"/>
                </a:tc>
                <a:tc>
                  <a:txBody>
                    <a:bodyPr/>
                    <a:lstStyle/>
                    <a:p>
                      <a:pPr>
                        <a:buNone/>
                      </a:pPr>
                      <a:r>
                        <a:rPr lang="en-IN" sz="1000">
                          <a:latin typeface="Times New Roman" panose="02020603050405020304" pitchFamily="18" charset="0"/>
                          <a:cs typeface="Times New Roman" panose="02020603050405020304" pitchFamily="18" charset="0"/>
                        </a:rPr>
                        <a:t>Image Processing + SVM</a:t>
                      </a:r>
                    </a:p>
                  </a:txBody>
                  <a:tcPr anchor="ctr"/>
                </a:tc>
                <a:tc>
                  <a:txBody>
                    <a:bodyPr/>
                    <a:lstStyle/>
                    <a:p>
                      <a:pPr>
                        <a:buNone/>
                      </a:pPr>
                      <a:r>
                        <a:rPr lang="en-IN" sz="1000">
                          <a:latin typeface="Times New Roman" panose="02020603050405020304" pitchFamily="18" charset="0"/>
                          <a:cs typeface="Times New Roman" panose="02020603050405020304" pitchFamily="18" charset="0"/>
                        </a:rPr>
                        <a:t>2014</a:t>
                      </a:r>
                    </a:p>
                  </a:txBody>
                  <a:tcPr anchor="ctr"/>
                </a:tc>
                <a:extLst>
                  <a:ext uri="{0D108BD9-81ED-4DB2-BD59-A6C34878D82A}">
                    <a16:rowId xmlns:a16="http://schemas.microsoft.com/office/drawing/2014/main" val="1733028930"/>
                  </a:ext>
                </a:extLst>
              </a:tr>
              <a:tr h="772284">
                <a:tc>
                  <a:txBody>
                    <a:bodyPr/>
                    <a:lstStyle/>
                    <a:p>
                      <a:pPr>
                        <a:buNone/>
                      </a:pPr>
                      <a:r>
                        <a:rPr lang="en-IN" sz="1000" dirty="0">
                          <a:latin typeface="Times New Roman" panose="02020603050405020304" pitchFamily="18" charset="0"/>
                          <a:cs typeface="Times New Roman" panose="02020603050405020304" pitchFamily="18" charset="0"/>
                        </a:rPr>
                        <a:t>2</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Revathi </a:t>
                      </a:r>
                      <a:r>
                        <a:rPr lang="en-IN" sz="1200" b="1" dirty="0">
                          <a:latin typeface="Times New Roman" panose="02020603050405020304" pitchFamily="18" charset="0"/>
                          <a:cs typeface="Times New Roman" panose="02020603050405020304" pitchFamily="18" charset="0"/>
                        </a:rPr>
                        <a:t>et 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200" dirty="0">
                          <a:latin typeface="Times New Roman" panose="02020603050405020304" pitchFamily="18" charset="0"/>
                          <a:cs typeface="Times New Roman" panose="02020603050405020304" pitchFamily="18" charset="0"/>
                        </a:rPr>
                        <a:t>Classification of Cotton Leaf Spot Diseases Using Image Processing Techniques</a:t>
                      </a:r>
                    </a:p>
                  </a:txBody>
                  <a:tcPr anchor="ctr"/>
                </a:tc>
                <a:tc>
                  <a:txBody>
                    <a:bodyPr/>
                    <a:lstStyle/>
                    <a:p>
                      <a:pPr>
                        <a:buNone/>
                      </a:pPr>
                      <a:r>
                        <a:rPr lang="en-IN" sz="1000">
                          <a:latin typeface="Times New Roman" panose="02020603050405020304" pitchFamily="18" charset="0"/>
                          <a:cs typeface="Times New Roman" panose="02020603050405020304" pitchFamily="18" charset="0"/>
                        </a:rPr>
                        <a:t>Image Processing + ANN</a:t>
                      </a:r>
                    </a:p>
                  </a:txBody>
                  <a:tcPr anchor="ctr"/>
                </a:tc>
                <a:tc>
                  <a:txBody>
                    <a:bodyPr/>
                    <a:lstStyle/>
                    <a:p>
                      <a:pPr>
                        <a:buNone/>
                      </a:pPr>
                      <a:r>
                        <a:rPr lang="en-IN" sz="1000">
                          <a:latin typeface="Times New Roman" panose="02020603050405020304" pitchFamily="18" charset="0"/>
                          <a:cs typeface="Times New Roman" panose="02020603050405020304" pitchFamily="18" charset="0"/>
                        </a:rPr>
                        <a:t>2012</a:t>
                      </a:r>
                    </a:p>
                  </a:txBody>
                  <a:tcPr anchor="ctr"/>
                </a:tc>
                <a:extLst>
                  <a:ext uri="{0D108BD9-81ED-4DB2-BD59-A6C34878D82A}">
                    <a16:rowId xmlns:a16="http://schemas.microsoft.com/office/drawing/2014/main" val="1861488597"/>
                  </a:ext>
                </a:extLst>
              </a:tr>
              <a:tr h="631869">
                <a:tc>
                  <a:txBody>
                    <a:bodyPr/>
                    <a:lstStyle/>
                    <a:p>
                      <a:pPr>
                        <a:buNone/>
                      </a:pPr>
                      <a:r>
                        <a:rPr lang="en-IN" sz="1000">
                          <a:latin typeface="Times New Roman" panose="02020603050405020304" pitchFamily="18" charset="0"/>
                          <a:cs typeface="Times New Roman" panose="02020603050405020304" pitchFamily="18" charset="0"/>
                        </a:rPr>
                        <a:t>3</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Pujari </a:t>
                      </a:r>
                      <a:r>
                        <a:rPr lang="en-IN" sz="1200" b="1" dirty="0">
                          <a:latin typeface="Times New Roman" panose="02020603050405020304" pitchFamily="18" charset="0"/>
                          <a:cs typeface="Times New Roman" panose="02020603050405020304" pitchFamily="18" charset="0"/>
                        </a:rPr>
                        <a:t>et 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200" dirty="0">
                          <a:latin typeface="Times New Roman" panose="02020603050405020304" pitchFamily="18" charset="0"/>
                          <a:cs typeface="Times New Roman" panose="02020603050405020304" pitchFamily="18" charset="0"/>
                        </a:rPr>
                        <a:t>Detection of Plant Diseases Using Image Processing Techniques</a:t>
                      </a:r>
                    </a:p>
                  </a:txBody>
                  <a:tcPr anchor="ctr"/>
                </a:tc>
                <a:tc>
                  <a:txBody>
                    <a:bodyPr/>
                    <a:lstStyle/>
                    <a:p>
                      <a:pPr>
                        <a:buNone/>
                      </a:pPr>
                      <a:r>
                        <a:rPr lang="en-IN" sz="1000">
                          <a:latin typeface="Times New Roman" panose="02020603050405020304" pitchFamily="18" charset="0"/>
                          <a:cs typeface="Times New Roman" panose="02020603050405020304" pitchFamily="18" charset="0"/>
                        </a:rPr>
                        <a:t>Image Processing + KNN</a:t>
                      </a:r>
                    </a:p>
                  </a:txBody>
                  <a:tcPr anchor="ctr"/>
                </a:tc>
                <a:tc>
                  <a:txBody>
                    <a:bodyPr/>
                    <a:lstStyle/>
                    <a:p>
                      <a:pPr>
                        <a:buNone/>
                      </a:pPr>
                      <a:r>
                        <a:rPr lang="en-IN" sz="1000">
                          <a:latin typeface="Times New Roman" panose="02020603050405020304" pitchFamily="18" charset="0"/>
                          <a:cs typeface="Times New Roman" panose="02020603050405020304" pitchFamily="18" charset="0"/>
                        </a:rPr>
                        <a:t>2015</a:t>
                      </a:r>
                    </a:p>
                  </a:txBody>
                  <a:tcPr anchor="ctr"/>
                </a:tc>
                <a:extLst>
                  <a:ext uri="{0D108BD9-81ED-4DB2-BD59-A6C34878D82A}">
                    <a16:rowId xmlns:a16="http://schemas.microsoft.com/office/drawing/2014/main" val="2154184324"/>
                  </a:ext>
                </a:extLst>
              </a:tr>
              <a:tr h="631869">
                <a:tc>
                  <a:txBody>
                    <a:bodyPr/>
                    <a:lstStyle/>
                    <a:p>
                      <a:pPr>
                        <a:buNone/>
                      </a:pPr>
                      <a:r>
                        <a:rPr lang="en-IN" sz="1000">
                          <a:latin typeface="Times New Roman" panose="02020603050405020304" pitchFamily="18" charset="0"/>
                          <a:cs typeface="Times New Roman" panose="02020603050405020304" pitchFamily="18" charset="0"/>
                        </a:rPr>
                        <a:t>4</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Kamble </a:t>
                      </a:r>
                      <a:r>
                        <a:rPr lang="en-IN" sz="1200" b="1" dirty="0">
                          <a:latin typeface="Times New Roman" panose="02020603050405020304" pitchFamily="18" charset="0"/>
                          <a:cs typeface="Times New Roman" panose="02020603050405020304" pitchFamily="18" charset="0"/>
                        </a:rPr>
                        <a:t>et 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200" dirty="0">
                          <a:latin typeface="Times New Roman" panose="02020603050405020304" pitchFamily="18" charset="0"/>
                          <a:cs typeface="Times New Roman" panose="02020603050405020304" pitchFamily="18" charset="0"/>
                        </a:rPr>
                        <a:t>Crop Disease Detection Using Convolutional Neural Networks</a:t>
                      </a:r>
                    </a:p>
                  </a:txBody>
                  <a:tcPr anchor="ctr"/>
                </a:tc>
                <a:tc>
                  <a:txBody>
                    <a:bodyPr/>
                    <a:lstStyle/>
                    <a:p>
                      <a:pPr>
                        <a:buNone/>
                      </a:pPr>
                      <a:r>
                        <a:rPr lang="en-IN" sz="1000" dirty="0">
                          <a:latin typeface="Times New Roman" panose="02020603050405020304" pitchFamily="18" charset="0"/>
                          <a:cs typeface="Times New Roman" panose="02020603050405020304" pitchFamily="18" charset="0"/>
                        </a:rPr>
                        <a:t>CNN</a:t>
                      </a:r>
                    </a:p>
                  </a:txBody>
                  <a:tcPr anchor="ctr"/>
                </a:tc>
                <a:tc>
                  <a:txBody>
                    <a:bodyPr/>
                    <a:lstStyle/>
                    <a:p>
                      <a:pPr>
                        <a:buNone/>
                      </a:pPr>
                      <a:r>
                        <a:rPr lang="en-IN" sz="1000">
                          <a:latin typeface="Times New Roman" panose="02020603050405020304" pitchFamily="18" charset="0"/>
                          <a:cs typeface="Times New Roman" panose="02020603050405020304" pitchFamily="18" charset="0"/>
                        </a:rPr>
                        <a:t>2018</a:t>
                      </a:r>
                    </a:p>
                  </a:txBody>
                  <a:tcPr anchor="ctr"/>
                </a:tc>
                <a:extLst>
                  <a:ext uri="{0D108BD9-81ED-4DB2-BD59-A6C34878D82A}">
                    <a16:rowId xmlns:a16="http://schemas.microsoft.com/office/drawing/2014/main" val="3065812632"/>
                  </a:ext>
                </a:extLst>
              </a:tr>
              <a:tr h="631869">
                <a:tc>
                  <a:txBody>
                    <a:bodyPr/>
                    <a:lstStyle/>
                    <a:p>
                      <a:pPr>
                        <a:buNone/>
                      </a:pPr>
                      <a:r>
                        <a:rPr lang="en-IN" sz="1000">
                          <a:latin typeface="Times New Roman" panose="02020603050405020304" pitchFamily="18" charset="0"/>
                          <a:cs typeface="Times New Roman" panose="02020603050405020304" pitchFamily="18" charset="0"/>
                        </a:rPr>
                        <a:t>5</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Patil </a:t>
                      </a:r>
                      <a:r>
                        <a:rPr lang="en-IN" sz="1200" b="1" dirty="0">
                          <a:latin typeface="Times New Roman" panose="02020603050405020304" pitchFamily="18" charset="0"/>
                          <a:cs typeface="Times New Roman" panose="02020603050405020304" pitchFamily="18" charset="0"/>
                        </a:rPr>
                        <a:t>et 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200" dirty="0">
                          <a:latin typeface="Times New Roman" panose="02020603050405020304" pitchFamily="18" charset="0"/>
                          <a:cs typeface="Times New Roman" panose="02020603050405020304" pitchFamily="18" charset="0"/>
                        </a:rPr>
                        <a:t>Plant Disease Detection Using Deep Learning Techniques</a:t>
                      </a:r>
                    </a:p>
                  </a:txBody>
                  <a:tcPr anchor="ctr"/>
                </a:tc>
                <a:tc>
                  <a:txBody>
                    <a:bodyPr/>
                    <a:lstStyle/>
                    <a:p>
                      <a:pPr>
                        <a:buNone/>
                      </a:pPr>
                      <a:r>
                        <a:rPr lang="en-IN" sz="1000">
                          <a:latin typeface="Times New Roman" panose="02020603050405020304" pitchFamily="18" charset="0"/>
                          <a:cs typeface="Times New Roman" panose="02020603050405020304" pitchFamily="18" charset="0"/>
                        </a:rPr>
                        <a:t>CNN</a:t>
                      </a:r>
                    </a:p>
                  </a:txBody>
                  <a:tcPr anchor="ctr"/>
                </a:tc>
                <a:tc>
                  <a:txBody>
                    <a:bodyPr/>
                    <a:lstStyle/>
                    <a:p>
                      <a:pPr>
                        <a:buNone/>
                      </a:pPr>
                      <a:r>
                        <a:rPr lang="en-IN" sz="1000" dirty="0">
                          <a:latin typeface="Times New Roman" panose="02020603050405020304" pitchFamily="18" charset="0"/>
                          <a:cs typeface="Times New Roman" panose="02020603050405020304" pitchFamily="18" charset="0"/>
                        </a:rPr>
                        <a:t>2019</a:t>
                      </a:r>
                    </a:p>
                  </a:txBody>
                  <a:tcPr anchor="ctr"/>
                </a:tc>
                <a:extLst>
                  <a:ext uri="{0D108BD9-81ED-4DB2-BD59-A6C34878D82A}">
                    <a16:rowId xmlns:a16="http://schemas.microsoft.com/office/drawing/2014/main" val="294397988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
        <p:nvSpPr>
          <p:cNvPr id="3" name="object 3"/>
          <p:cNvSpPr txBox="1">
            <a:spLocks noGrp="1"/>
          </p:cNvSpPr>
          <p:nvPr>
            <p:ph type="title"/>
          </p:nvPr>
        </p:nvSpPr>
        <p:spPr>
          <a:xfrm>
            <a:off x="384725" y="97635"/>
            <a:ext cx="8606875" cy="883620"/>
          </a:xfrm>
          <a:prstGeom prst="rect">
            <a:avLst/>
          </a:prstGeom>
        </p:spPr>
        <p:txBody>
          <a:bodyPr vert="horz" wrap="square" lIns="0" tIns="417874" rIns="0" bIns="0" rtlCol="0">
            <a:spAutoFit/>
          </a:bodyPr>
          <a:lstStyle/>
          <a:p>
            <a:pPr marL="12700" algn="ctr">
              <a:lnSpc>
                <a:spcPct val="100000"/>
              </a:lnSpc>
              <a:spcBef>
                <a:spcPts val="100"/>
              </a:spcBef>
            </a:pPr>
            <a:r>
              <a:rPr lang="en-IN" b="1" u="sng" spc="80" dirty="0">
                <a:latin typeface="Times New Roman" panose="02020603050405020304" pitchFamily="18" charset="0"/>
                <a:cs typeface="Times New Roman" panose="02020603050405020304" pitchFamily="18" charset="0"/>
              </a:rPr>
              <a:t>Model Description</a:t>
            </a:r>
            <a:endParaRPr b="1" u="sng" spc="8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1B9A368-F831-11E0-AE0E-02FE21C7391B}"/>
              </a:ext>
            </a:extLst>
          </p:cNvPr>
          <p:cNvSpPr txBox="1"/>
          <p:nvPr/>
        </p:nvSpPr>
        <p:spPr>
          <a:xfrm>
            <a:off x="384725" y="1123950"/>
            <a:ext cx="8149675"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Neural Networks are multi-layer models composed of interconnected artificial neurons used for tasks such as classification and prediction. Each artificial neuron is a mathematical function that takes input values, multiplies them by learnable weights, adds a bias, and passes the result through a non-linear activation function to produce an output.</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Convolutional Neural Networks (CNNs) are a specialized type of neural network designed specifically for image data. Like neural networks, CNNs consist of neurons with learnable weights and biases, but they exploit the spatial structure of images. By assuming the input is an image, CNN architectures efficiently capture visual features such as edges, textures, and shapes, leading to improved image classification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9100" y="1842239"/>
            <a:ext cx="3486150" cy="1303655"/>
          </a:xfrm>
          <a:prstGeom prst="rect">
            <a:avLst/>
          </a:prstGeom>
        </p:spPr>
        <p:txBody>
          <a:bodyPr vert="horz" wrap="square" lIns="0" tIns="26034" rIns="0" bIns="0" rtlCol="0">
            <a:spAutoFit/>
          </a:bodyPr>
          <a:lstStyle/>
          <a:p>
            <a:pPr marL="12700" marR="5080" indent="169545">
              <a:lnSpc>
                <a:spcPts val="5030"/>
              </a:lnSpc>
              <a:spcBef>
                <a:spcPts val="204"/>
              </a:spcBef>
            </a:pPr>
            <a:r>
              <a:rPr sz="4200" spc="150" dirty="0">
                <a:solidFill>
                  <a:srgbClr val="26A69A"/>
                </a:solidFill>
                <a:latin typeface="Calibri"/>
                <a:cs typeface="Calibri"/>
              </a:rPr>
              <a:t>Packages</a:t>
            </a:r>
            <a:r>
              <a:rPr sz="4200" spc="254" dirty="0">
                <a:solidFill>
                  <a:srgbClr val="26A69A"/>
                </a:solidFill>
                <a:latin typeface="Calibri"/>
                <a:cs typeface="Calibri"/>
              </a:rPr>
              <a:t> </a:t>
            </a:r>
            <a:r>
              <a:rPr sz="4200" spc="-25" dirty="0">
                <a:solidFill>
                  <a:srgbClr val="26A69A"/>
                </a:solidFill>
                <a:latin typeface="Calibri"/>
                <a:cs typeface="Calibri"/>
              </a:rPr>
              <a:t>and </a:t>
            </a:r>
            <a:r>
              <a:rPr sz="4200" spc="145" dirty="0">
                <a:solidFill>
                  <a:srgbClr val="26A69A"/>
                </a:solidFill>
                <a:latin typeface="Calibri"/>
                <a:cs typeface="Calibri"/>
              </a:rPr>
              <a:t>Platforms</a:t>
            </a:r>
            <a:r>
              <a:rPr sz="4200" spc="240" dirty="0">
                <a:solidFill>
                  <a:srgbClr val="26A69A"/>
                </a:solidFill>
                <a:latin typeface="Calibri"/>
                <a:cs typeface="Calibri"/>
              </a:rPr>
              <a:t> </a:t>
            </a:r>
            <a:r>
              <a:rPr sz="4200" spc="-20" dirty="0">
                <a:solidFill>
                  <a:srgbClr val="26A69A"/>
                </a:solidFill>
                <a:latin typeface="Calibri"/>
                <a:cs typeface="Calibri"/>
              </a:rPr>
              <a:t>used</a:t>
            </a:r>
            <a:endParaRPr sz="4200">
              <a:latin typeface="Calibri"/>
              <a:cs typeface="Calibri"/>
            </a:endParaRPr>
          </a:p>
        </p:txBody>
      </p:sp>
      <p:sp>
        <p:nvSpPr>
          <p:cNvPr id="3" name="object 3"/>
          <p:cNvSpPr txBox="1">
            <a:spLocks noGrp="1"/>
          </p:cNvSpPr>
          <p:nvPr>
            <p:ph type="title"/>
          </p:nvPr>
        </p:nvSpPr>
        <p:spPr>
          <a:prstGeom prst="rect">
            <a:avLst/>
          </a:prstGeom>
        </p:spPr>
        <p:txBody>
          <a:bodyPr vert="horz" wrap="square" lIns="0" tIns="636170" rIns="0" bIns="0" rtlCol="0">
            <a:spAutoFit/>
          </a:bodyPr>
          <a:lstStyle/>
          <a:p>
            <a:pPr marL="5097145">
              <a:lnSpc>
                <a:spcPct val="100000"/>
              </a:lnSpc>
              <a:spcBef>
                <a:spcPts val="100"/>
              </a:spcBef>
            </a:pPr>
            <a:r>
              <a:rPr sz="1800" b="1" spc="65" dirty="0">
                <a:solidFill>
                  <a:srgbClr val="FFFAF0"/>
                </a:solidFill>
                <a:latin typeface="Calibri"/>
                <a:cs typeface="Calibri"/>
              </a:rPr>
              <a:t>Packages</a:t>
            </a:r>
            <a:endParaRPr sz="1800">
              <a:latin typeface="Calibri"/>
              <a:cs typeface="Calibri"/>
            </a:endParaRPr>
          </a:p>
        </p:txBody>
      </p:sp>
      <p:sp>
        <p:nvSpPr>
          <p:cNvPr id="4" name="object 4"/>
          <p:cNvSpPr txBox="1">
            <a:spLocks noGrp="1"/>
          </p:cNvSpPr>
          <p:nvPr>
            <p:ph sz="half" idx="3"/>
          </p:nvPr>
        </p:nvSpPr>
        <p:spPr>
          <a:xfrm>
            <a:off x="5041100" y="1204086"/>
            <a:ext cx="2426500" cy="2441053"/>
          </a:xfrm>
          <a:prstGeom prst="rect">
            <a:avLst/>
          </a:prstGeom>
        </p:spPr>
        <p:txBody>
          <a:bodyPr vert="horz" wrap="square" lIns="0" tIns="45085" rIns="0" bIns="0" rtlCol="0">
            <a:spAutoFit/>
          </a:bodyPr>
          <a:lstStyle/>
          <a:p>
            <a:pPr marL="12700">
              <a:lnSpc>
                <a:spcPct val="100000"/>
              </a:lnSpc>
              <a:spcBef>
                <a:spcPts val="355"/>
              </a:spcBef>
              <a:tabLst>
                <a:tab pos="440690" algn="l"/>
              </a:tabLst>
            </a:pPr>
            <a:r>
              <a:rPr lang="en-US" spc="100" dirty="0"/>
              <a:t>   </a:t>
            </a:r>
            <a:endParaRPr spc="100" dirty="0"/>
          </a:p>
          <a:p>
            <a:pPr marL="12700">
              <a:lnSpc>
                <a:spcPct val="100000"/>
              </a:lnSpc>
              <a:spcBef>
                <a:spcPts val="254"/>
              </a:spcBef>
              <a:tabLst>
                <a:tab pos="440690" algn="l"/>
              </a:tabLst>
            </a:pPr>
            <a:r>
              <a:rPr lang="en-US" spc="80" dirty="0"/>
              <a:t>   </a:t>
            </a:r>
            <a:endParaRPr spc="80" dirty="0"/>
          </a:p>
          <a:p>
            <a:pPr marL="12700">
              <a:lnSpc>
                <a:spcPct val="100000"/>
              </a:lnSpc>
              <a:spcBef>
                <a:spcPts val="254"/>
              </a:spcBef>
              <a:tabLst>
                <a:tab pos="440690" algn="l"/>
              </a:tabLst>
            </a:pPr>
            <a:r>
              <a:rPr lang="en-US" spc="-10" dirty="0"/>
              <a:t>   </a:t>
            </a:r>
            <a:endParaRPr spc="75" dirty="0"/>
          </a:p>
          <a:p>
            <a:pPr marL="12700">
              <a:lnSpc>
                <a:spcPct val="100000"/>
              </a:lnSpc>
              <a:spcBef>
                <a:spcPts val="254"/>
              </a:spcBef>
              <a:tabLst>
                <a:tab pos="440690" algn="l"/>
              </a:tabLst>
            </a:pPr>
            <a:r>
              <a:rPr lang="en-US" spc="-10" dirty="0"/>
              <a:t>   </a:t>
            </a:r>
            <a:endParaRPr spc="-10" dirty="0"/>
          </a:p>
          <a:p>
            <a:pPr marL="441325">
              <a:lnSpc>
                <a:spcPct val="100000"/>
              </a:lnSpc>
              <a:spcBef>
                <a:spcPts val="1895"/>
              </a:spcBef>
            </a:pPr>
            <a:r>
              <a:rPr sz="1800" b="1" spc="60" dirty="0">
                <a:latin typeface="Calibri"/>
                <a:cs typeface="Calibri"/>
              </a:rPr>
              <a:t>Platforms</a:t>
            </a:r>
            <a:endParaRPr sz="1800" dirty="0">
              <a:latin typeface="Calibri"/>
              <a:cs typeface="Calibri"/>
            </a:endParaRPr>
          </a:p>
          <a:p>
            <a:pPr marL="12700">
              <a:lnSpc>
                <a:spcPct val="100000"/>
              </a:lnSpc>
              <a:spcBef>
                <a:spcPts val="1900"/>
              </a:spcBef>
              <a:tabLst>
                <a:tab pos="440690" algn="l"/>
              </a:tabLst>
            </a:pPr>
            <a:r>
              <a:rPr lang="en-US" dirty="0"/>
              <a:t>    </a:t>
            </a:r>
            <a:endParaRPr spc="-10" dirty="0"/>
          </a:p>
          <a:p>
            <a:pPr marL="12700">
              <a:lnSpc>
                <a:spcPct val="100000"/>
              </a:lnSpc>
              <a:spcBef>
                <a:spcPts val="254"/>
              </a:spcBef>
              <a:tabLst>
                <a:tab pos="440690" algn="l"/>
              </a:tabLst>
            </a:pPr>
            <a:r>
              <a:rPr lang="en-US" spc="75" dirty="0"/>
              <a:t> </a:t>
            </a:r>
            <a:endParaRPr spc="-10" dirty="0"/>
          </a:p>
        </p:txBody>
      </p:sp>
      <p:pic>
        <p:nvPicPr>
          <p:cNvPr id="6" name="Picture 5">
            <a:extLst>
              <a:ext uri="{FF2B5EF4-FFF2-40B4-BE49-F238E27FC236}">
                <a16:creationId xmlns:a16="http://schemas.microsoft.com/office/drawing/2014/main" id="{2EDB36B9-4499-9768-94A7-B0DB92D32EE9}"/>
              </a:ext>
            </a:extLst>
          </p:cNvPr>
          <p:cNvPicPr>
            <a:picLocks noChangeAspect="1"/>
          </p:cNvPicPr>
          <p:nvPr/>
        </p:nvPicPr>
        <p:blipFill>
          <a:blip r:embed="rId2"/>
          <a:stretch>
            <a:fillRect/>
          </a:stretch>
        </p:blipFill>
        <p:spPr>
          <a:xfrm>
            <a:off x="4888958" y="1130024"/>
            <a:ext cx="725951" cy="725951"/>
          </a:xfrm>
          <a:prstGeom prst="rect">
            <a:avLst/>
          </a:prstGeom>
        </p:spPr>
      </p:pic>
      <p:pic>
        <p:nvPicPr>
          <p:cNvPr id="8" name="Picture 7">
            <a:extLst>
              <a:ext uri="{FF2B5EF4-FFF2-40B4-BE49-F238E27FC236}">
                <a16:creationId xmlns:a16="http://schemas.microsoft.com/office/drawing/2014/main" id="{BB6791CC-A7D5-389D-4D19-546A09C472F0}"/>
              </a:ext>
            </a:extLst>
          </p:cNvPr>
          <p:cNvPicPr>
            <a:picLocks noChangeAspect="1"/>
          </p:cNvPicPr>
          <p:nvPr/>
        </p:nvPicPr>
        <p:blipFill>
          <a:blip r:embed="rId3"/>
          <a:stretch>
            <a:fillRect/>
          </a:stretch>
        </p:blipFill>
        <p:spPr>
          <a:xfrm>
            <a:off x="5893401" y="1208525"/>
            <a:ext cx="633714" cy="633714"/>
          </a:xfrm>
          <a:prstGeom prst="rect">
            <a:avLst/>
          </a:prstGeom>
        </p:spPr>
      </p:pic>
      <p:pic>
        <p:nvPicPr>
          <p:cNvPr id="10" name="Picture 9">
            <a:extLst>
              <a:ext uri="{FF2B5EF4-FFF2-40B4-BE49-F238E27FC236}">
                <a16:creationId xmlns:a16="http://schemas.microsoft.com/office/drawing/2014/main" id="{7C780BC5-DFA5-11AE-0167-68B181BF694E}"/>
              </a:ext>
            </a:extLst>
          </p:cNvPr>
          <p:cNvPicPr>
            <a:picLocks noChangeAspect="1"/>
          </p:cNvPicPr>
          <p:nvPr/>
        </p:nvPicPr>
        <p:blipFill>
          <a:blip r:embed="rId4"/>
          <a:stretch>
            <a:fillRect/>
          </a:stretch>
        </p:blipFill>
        <p:spPr>
          <a:xfrm>
            <a:off x="6879336" y="1204086"/>
            <a:ext cx="725951" cy="725951"/>
          </a:xfrm>
          <a:prstGeom prst="rect">
            <a:avLst/>
          </a:prstGeom>
        </p:spPr>
      </p:pic>
      <p:pic>
        <p:nvPicPr>
          <p:cNvPr id="12" name="Picture 11">
            <a:extLst>
              <a:ext uri="{FF2B5EF4-FFF2-40B4-BE49-F238E27FC236}">
                <a16:creationId xmlns:a16="http://schemas.microsoft.com/office/drawing/2014/main" id="{879B3415-24FD-5144-BA9F-27CB45BE66AB}"/>
              </a:ext>
            </a:extLst>
          </p:cNvPr>
          <p:cNvPicPr>
            <a:picLocks noChangeAspect="1"/>
          </p:cNvPicPr>
          <p:nvPr/>
        </p:nvPicPr>
        <p:blipFill>
          <a:blip r:embed="rId5"/>
          <a:stretch>
            <a:fillRect/>
          </a:stretch>
        </p:blipFill>
        <p:spPr>
          <a:xfrm>
            <a:off x="7886124" y="1130024"/>
            <a:ext cx="785523" cy="785523"/>
          </a:xfrm>
          <a:prstGeom prst="rect">
            <a:avLst/>
          </a:prstGeom>
        </p:spPr>
      </p:pic>
      <p:pic>
        <p:nvPicPr>
          <p:cNvPr id="14" name="Picture 13">
            <a:extLst>
              <a:ext uri="{FF2B5EF4-FFF2-40B4-BE49-F238E27FC236}">
                <a16:creationId xmlns:a16="http://schemas.microsoft.com/office/drawing/2014/main" id="{42109EFA-0FDE-AC4C-BD7A-B0B123B11D77}"/>
              </a:ext>
            </a:extLst>
          </p:cNvPr>
          <p:cNvPicPr>
            <a:picLocks noChangeAspect="1"/>
          </p:cNvPicPr>
          <p:nvPr/>
        </p:nvPicPr>
        <p:blipFill>
          <a:blip r:embed="rId6"/>
          <a:stretch>
            <a:fillRect/>
          </a:stretch>
        </p:blipFill>
        <p:spPr>
          <a:xfrm>
            <a:off x="5141448" y="3023436"/>
            <a:ext cx="725952" cy="725952"/>
          </a:xfrm>
          <a:prstGeom prst="rect">
            <a:avLst/>
          </a:prstGeom>
        </p:spPr>
      </p:pic>
      <p:pic>
        <p:nvPicPr>
          <p:cNvPr id="16" name="Picture 15">
            <a:extLst>
              <a:ext uri="{FF2B5EF4-FFF2-40B4-BE49-F238E27FC236}">
                <a16:creationId xmlns:a16="http://schemas.microsoft.com/office/drawing/2014/main" id="{BDEAB11F-672A-5719-4E3B-3FEAFB4B2A7B}"/>
              </a:ext>
            </a:extLst>
          </p:cNvPr>
          <p:cNvPicPr>
            <a:picLocks noChangeAspect="1"/>
          </p:cNvPicPr>
          <p:nvPr/>
        </p:nvPicPr>
        <p:blipFill>
          <a:blip r:embed="rId7"/>
          <a:stretch>
            <a:fillRect/>
          </a:stretch>
        </p:blipFill>
        <p:spPr>
          <a:xfrm>
            <a:off x="6311557" y="2983968"/>
            <a:ext cx="725951" cy="7259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0FEA-DDE4-319D-D35C-65A16B018DE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C731A4-966E-B0D6-970C-A59021C973AF}"/>
              </a:ext>
            </a:extLst>
          </p:cNvPr>
          <p:cNvSpPr txBox="1">
            <a:spLocks noGrp="1"/>
          </p:cNvSpPr>
          <p:nvPr>
            <p:ph type="body" idx="1"/>
          </p:nvPr>
        </p:nvSpPr>
        <p:spPr>
          <a:xfrm>
            <a:off x="1143000" y="48031"/>
            <a:ext cx="7086601" cy="1270219"/>
          </a:xfrm>
          <a:prstGeom prst="rect">
            <a:avLst/>
          </a:prstGeom>
        </p:spPr>
        <p:txBody>
          <a:bodyPr vert="horz" wrap="square" lIns="0" tIns="26034" rIns="0" bIns="0" rtlCol="0">
            <a:spAutoFit/>
          </a:bodyPr>
          <a:lstStyle/>
          <a:p>
            <a:pPr marL="2402840" marR="5080" indent="-2390775" algn="ctr">
              <a:lnSpc>
                <a:spcPts val="5030"/>
              </a:lnSpc>
              <a:spcBef>
                <a:spcPts val="204"/>
              </a:spcBef>
            </a:pPr>
            <a:r>
              <a:rPr sz="3200" u="sng" spc="105" dirty="0">
                <a:latin typeface="Times New Roman" panose="02020603050405020304" pitchFamily="18" charset="0"/>
                <a:cs typeface="Times New Roman" panose="02020603050405020304" pitchFamily="18" charset="0"/>
              </a:rPr>
              <a:t>Dataset</a:t>
            </a:r>
            <a:r>
              <a:rPr lang="en-US" sz="3200" u="sng" spc="105" dirty="0">
                <a:latin typeface="Times New Roman" panose="02020603050405020304" pitchFamily="18" charset="0"/>
                <a:cs typeface="Times New Roman" panose="02020603050405020304" pitchFamily="18" charset="0"/>
              </a:rPr>
              <a:t> Description</a:t>
            </a:r>
          </a:p>
          <a:p>
            <a:pPr marL="2402840" marR="5080" indent="-2390775" algn="ctr">
              <a:lnSpc>
                <a:spcPts val="5030"/>
              </a:lnSpc>
              <a:spcBef>
                <a:spcPts val="204"/>
              </a:spcBef>
            </a:pPr>
            <a:endParaRPr sz="3200" u="sng" spc="105" dirty="0">
              <a:latin typeface="Times New Roman" panose="02020603050405020304" pitchFamily="18" charset="0"/>
              <a:cs typeface="Times New Roman" panose="02020603050405020304" pitchFamily="18" charset="0"/>
            </a:endParaRPr>
          </a:p>
        </p:txBody>
      </p:sp>
      <p:sp>
        <p:nvSpPr>
          <p:cNvPr id="3" name="object 3">
            <a:extLst>
              <a:ext uri="{FF2B5EF4-FFF2-40B4-BE49-F238E27FC236}">
                <a16:creationId xmlns:a16="http://schemas.microsoft.com/office/drawing/2014/main" id="{43EF09A7-7002-922A-68BB-1DF163E2FE1D}"/>
              </a:ext>
            </a:extLst>
          </p:cNvPr>
          <p:cNvSpPr txBox="1"/>
          <p:nvPr/>
        </p:nvSpPr>
        <p:spPr>
          <a:xfrm>
            <a:off x="914399" y="3181350"/>
            <a:ext cx="7315201" cy="1437830"/>
          </a:xfrm>
          <a:prstGeom prst="rect">
            <a:avLst/>
          </a:prstGeom>
        </p:spPr>
        <p:txBody>
          <a:bodyPr vert="horz" wrap="square" lIns="0" tIns="12700" rIns="0" bIns="0" rtlCol="0">
            <a:spAutoFit/>
          </a:bodyPr>
          <a:lstStyle/>
          <a:p>
            <a:pPr algn="ctr">
              <a:spcBef>
                <a:spcPts val="100"/>
              </a:spcBef>
            </a:pPr>
            <a:r>
              <a:rPr lang="en-US" sz="1800" dirty="0">
                <a:latin typeface="Times New Roman" panose="02020603050405020304" pitchFamily="18" charset="0"/>
                <a:cs typeface="Times New Roman" panose="02020603050405020304" pitchFamily="18" charset="0"/>
              </a:rPr>
              <a:t>Dataset :- </a:t>
            </a:r>
            <a:r>
              <a:rPr lang="en-IN" b="1" dirty="0" err="1"/>
              <a:t>PlantVillage</a:t>
            </a:r>
            <a:r>
              <a:rPr lang="en-IN" b="1" dirty="0"/>
              <a:t> Dataset</a:t>
            </a:r>
            <a:endParaRPr lang="en-US" sz="1800" dirty="0">
              <a:latin typeface="Times New Roman" panose="02020603050405020304" pitchFamily="18" charset="0"/>
              <a:cs typeface="Times New Roman" panose="02020603050405020304" pitchFamily="18" charset="0"/>
            </a:endParaRPr>
          </a:p>
          <a:p>
            <a:pPr algn="ctr">
              <a:lnSpc>
                <a:spcPct val="100000"/>
              </a:lnSpc>
              <a:spcBef>
                <a:spcPts val="100"/>
              </a:spcBef>
            </a:pPr>
            <a:r>
              <a:rPr sz="1800" dirty="0">
                <a:latin typeface="Times New Roman" panose="02020603050405020304" pitchFamily="18" charset="0"/>
                <a:cs typeface="Times New Roman" panose="02020603050405020304" pitchFamily="18" charset="0"/>
              </a:rPr>
              <a:t>Source:</a:t>
            </a:r>
            <a:r>
              <a:rPr lang="en-US" sz="1800" dirty="0">
                <a:latin typeface="Times New Roman" panose="02020603050405020304" pitchFamily="18" charset="0"/>
                <a:cs typeface="Times New Roman" panose="02020603050405020304" pitchFamily="18" charset="0"/>
              </a:rPr>
              <a:t>  </a:t>
            </a:r>
            <a:r>
              <a:rPr lang="en-IN" u="heavy" dirty="0">
                <a:solidFill>
                  <a:srgbClr val="AE4345"/>
                </a:solidFill>
                <a:uFill>
                  <a:solidFill>
                    <a:srgbClr val="AE4345"/>
                  </a:solidFill>
                </a:uFill>
                <a:latin typeface="Times New Roman" panose="02020603050405020304" pitchFamily="18" charset="0"/>
                <a:cs typeface="Times New Roman" panose="02020603050405020304" pitchFamily="18" charset="0"/>
              </a:rPr>
              <a:t>https://www.kaggle.com/datasets/abdallahalidev/plantvillage-dataset</a:t>
            </a:r>
            <a:endParaRPr sz="1800" dirty="0">
              <a:latin typeface="Times New Roman" panose="02020603050405020304" pitchFamily="18" charset="0"/>
              <a:cs typeface="Times New Roman" panose="02020603050405020304" pitchFamily="18" charset="0"/>
            </a:endParaRPr>
          </a:p>
          <a:p>
            <a:pPr marL="773430" marR="765810" algn="ctr">
              <a:lnSpc>
                <a:spcPct val="187500"/>
              </a:lnSpc>
            </a:pPr>
            <a:r>
              <a:rPr sz="1600" spc="60" dirty="0">
                <a:latin typeface="Times New Roman" panose="02020603050405020304" pitchFamily="18" charset="0"/>
                <a:cs typeface="Times New Roman" panose="02020603050405020304" pitchFamily="18" charset="0"/>
              </a:rPr>
              <a:t>Images</a:t>
            </a:r>
            <a:r>
              <a:rPr lang="en-IN" sz="1600" spc="75"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count:</a:t>
            </a:r>
            <a:r>
              <a:rPr lang="en-IN" sz="1600" spc="90" dirty="0">
                <a:latin typeface="Times New Roman" panose="02020603050405020304" pitchFamily="18" charset="0"/>
                <a:cs typeface="Times New Roman" panose="02020603050405020304" pitchFamily="18" charset="0"/>
              </a:rPr>
              <a:t> </a:t>
            </a:r>
            <a:r>
              <a:rPr lang="en-US" sz="1600" spc="170" dirty="0">
                <a:latin typeface="Times New Roman" panose="02020603050405020304" pitchFamily="18" charset="0"/>
                <a:cs typeface="Times New Roman" panose="02020603050405020304" pitchFamily="18" charset="0"/>
              </a:rPr>
              <a:t>54.00</a:t>
            </a:r>
            <a:r>
              <a:rPr lang="en-IN" sz="1600" spc="170" dirty="0">
                <a:latin typeface="Times New Roman" panose="02020603050405020304" pitchFamily="18" charset="0"/>
                <a:cs typeface="Times New Roman" panose="02020603050405020304" pitchFamily="18" charset="0"/>
              </a:rPr>
              <a:t>K</a:t>
            </a:r>
          </a:p>
          <a:p>
            <a:pPr marL="773430" marR="765810" algn="ctr">
              <a:lnSpc>
                <a:spcPct val="187500"/>
              </a:lnSpc>
            </a:pPr>
            <a:r>
              <a:rPr lang="en-IN" sz="1600" spc="85" dirty="0">
                <a:latin typeface="Times New Roman" panose="02020603050405020304" pitchFamily="18" charset="0"/>
                <a:cs typeface="Times New Roman" panose="02020603050405020304" pitchFamily="18" charset="0"/>
              </a:rPr>
              <a:t>Type:</a:t>
            </a:r>
            <a:r>
              <a:rPr lang="en-IN" sz="1600" spc="110" dirty="0">
                <a:latin typeface="Times New Roman" panose="02020603050405020304" pitchFamily="18" charset="0"/>
                <a:cs typeface="Times New Roman" panose="02020603050405020304" pitchFamily="18" charset="0"/>
              </a:rPr>
              <a:t> </a:t>
            </a:r>
            <a:r>
              <a:rPr lang="en-IN" sz="1600" spc="90" dirty="0">
                <a:latin typeface="Times New Roman" panose="02020603050405020304" pitchFamily="18" charset="0"/>
                <a:cs typeface="Times New Roman" panose="02020603050405020304" pitchFamily="18" charset="0"/>
              </a:rPr>
              <a:t>RGB(</a:t>
            </a:r>
            <a:r>
              <a:rPr lang="en-IN" sz="1600" spc="90" dirty="0" err="1">
                <a:latin typeface="Times New Roman" panose="02020603050405020304" pitchFamily="18" charset="0"/>
                <a:cs typeface="Times New Roman" panose="02020603050405020304" pitchFamily="18" charset="0"/>
              </a:rPr>
              <a:t>color</a:t>
            </a:r>
            <a:r>
              <a:rPr lang="en-IN" sz="1600" spc="90" dirty="0">
                <a:latin typeface="Times New Roman" panose="02020603050405020304" pitchFamily="18" charset="0"/>
                <a:cs typeface="Times New Roman" panose="02020603050405020304" pitchFamily="18" charset="0"/>
              </a:rPr>
              <a:t>) </a:t>
            </a:r>
            <a:r>
              <a:rPr lang="en-IN" sz="1600" spc="60" dirty="0">
                <a:latin typeface="Times New Roman" panose="02020603050405020304" pitchFamily="18" charset="0"/>
                <a:cs typeface="Times New Roman" panose="02020603050405020304" pitchFamily="18" charset="0"/>
              </a:rPr>
              <a:t>Classes:</a:t>
            </a:r>
            <a:r>
              <a:rPr lang="en-IN" sz="1600" spc="130" dirty="0">
                <a:latin typeface="Times New Roman" panose="02020603050405020304" pitchFamily="18" charset="0"/>
                <a:cs typeface="Times New Roman" panose="02020603050405020304" pitchFamily="18" charset="0"/>
              </a:rPr>
              <a:t> </a:t>
            </a:r>
            <a:r>
              <a:rPr lang="en-IN" sz="1600" spc="100" dirty="0">
                <a:latin typeface="Times New Roman" panose="02020603050405020304" pitchFamily="18" charset="0"/>
                <a:cs typeface="Times New Roman" panose="02020603050405020304" pitchFamily="18" charset="0"/>
              </a:rPr>
              <a:t>38</a:t>
            </a:r>
            <a:endParaRPr lang="en-IN" sz="1600" dirty="0">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571D9661-BC81-EA1B-9B78-F140BC71724E}"/>
              </a:ext>
            </a:extLst>
          </p:cNvPr>
          <p:cNvPicPr/>
          <p:nvPr/>
        </p:nvPicPr>
        <p:blipFill>
          <a:blip r:embed="rId2" cstate="print"/>
          <a:stretch>
            <a:fillRect/>
          </a:stretch>
        </p:blipFill>
        <p:spPr>
          <a:xfrm>
            <a:off x="91799" y="781850"/>
            <a:ext cx="2118001" cy="2094700"/>
          </a:xfrm>
          <a:prstGeom prst="rect">
            <a:avLst/>
          </a:prstGeom>
        </p:spPr>
      </p:pic>
      <p:pic>
        <p:nvPicPr>
          <p:cNvPr id="5" name="object 5">
            <a:extLst>
              <a:ext uri="{FF2B5EF4-FFF2-40B4-BE49-F238E27FC236}">
                <a16:creationId xmlns:a16="http://schemas.microsoft.com/office/drawing/2014/main" id="{3FF20C59-1532-99F6-0CEE-98DC7A69D9D1}"/>
              </a:ext>
            </a:extLst>
          </p:cNvPr>
          <p:cNvPicPr/>
          <p:nvPr/>
        </p:nvPicPr>
        <p:blipFill>
          <a:blip r:embed="rId3" cstate="print"/>
          <a:stretch>
            <a:fillRect/>
          </a:stretch>
        </p:blipFill>
        <p:spPr>
          <a:xfrm>
            <a:off x="4267200" y="768511"/>
            <a:ext cx="2362200" cy="2108038"/>
          </a:xfrm>
          <a:prstGeom prst="rect">
            <a:avLst/>
          </a:prstGeom>
        </p:spPr>
      </p:pic>
      <p:pic>
        <p:nvPicPr>
          <p:cNvPr id="6" name="object 6">
            <a:extLst>
              <a:ext uri="{FF2B5EF4-FFF2-40B4-BE49-F238E27FC236}">
                <a16:creationId xmlns:a16="http://schemas.microsoft.com/office/drawing/2014/main" id="{6D770766-9D40-E40B-023E-376788DDC23B}"/>
              </a:ext>
            </a:extLst>
          </p:cNvPr>
          <p:cNvPicPr/>
          <p:nvPr/>
        </p:nvPicPr>
        <p:blipFill>
          <a:blip r:embed="rId4" cstate="print"/>
          <a:stretch>
            <a:fillRect/>
          </a:stretch>
        </p:blipFill>
        <p:spPr>
          <a:xfrm>
            <a:off x="6705600" y="781850"/>
            <a:ext cx="2209800" cy="2108038"/>
          </a:xfrm>
          <a:prstGeom prst="rect">
            <a:avLst/>
          </a:prstGeom>
        </p:spPr>
      </p:pic>
      <p:pic>
        <p:nvPicPr>
          <p:cNvPr id="7" name="object 7">
            <a:extLst>
              <a:ext uri="{FF2B5EF4-FFF2-40B4-BE49-F238E27FC236}">
                <a16:creationId xmlns:a16="http://schemas.microsoft.com/office/drawing/2014/main" id="{B92EEC97-1532-8E55-82FE-75339084F3BA}"/>
              </a:ext>
            </a:extLst>
          </p:cNvPr>
          <p:cNvPicPr/>
          <p:nvPr/>
        </p:nvPicPr>
        <p:blipFill>
          <a:blip r:embed="rId5" cstate="print"/>
          <a:stretch>
            <a:fillRect/>
          </a:stretch>
        </p:blipFill>
        <p:spPr>
          <a:xfrm>
            <a:off x="2286000" y="768511"/>
            <a:ext cx="1905000" cy="2108039"/>
          </a:xfrm>
          <a:prstGeom prst="rect">
            <a:avLst/>
          </a:prstGeom>
        </p:spPr>
      </p:pic>
      <p:sp>
        <p:nvSpPr>
          <p:cNvPr id="9" name="object 2">
            <a:extLst>
              <a:ext uri="{FF2B5EF4-FFF2-40B4-BE49-F238E27FC236}">
                <a16:creationId xmlns:a16="http://schemas.microsoft.com/office/drawing/2014/main" id="{C919999B-E733-7752-BFA8-29D9FCF6B412}"/>
              </a:ext>
            </a:extLst>
          </p:cNvPr>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Tree>
    <p:extLst>
      <p:ext uri="{BB962C8B-B14F-4D97-AF65-F5344CB8AC3E}">
        <p14:creationId xmlns:p14="http://schemas.microsoft.com/office/powerpoint/2010/main" val="2914247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1904999" y="43660"/>
            <a:ext cx="5334001" cy="603369"/>
          </a:xfrm>
          <a:prstGeom prst="rect">
            <a:avLst/>
          </a:prstGeom>
        </p:spPr>
        <p:txBody>
          <a:bodyPr vert="horz" wrap="square" lIns="0" tIns="26034" rIns="0" bIns="0" rtlCol="0">
            <a:spAutoFit/>
          </a:bodyPr>
          <a:lstStyle/>
          <a:p>
            <a:pPr marL="2402840" marR="5080" indent="-2390775" algn="ctr">
              <a:lnSpc>
                <a:spcPts val="5030"/>
              </a:lnSpc>
              <a:spcBef>
                <a:spcPts val="204"/>
              </a:spcBef>
            </a:pPr>
            <a:r>
              <a:rPr sz="3200" u="sng" spc="105" dirty="0">
                <a:latin typeface="Times New Roman" panose="02020603050405020304" pitchFamily="18" charset="0"/>
                <a:cs typeface="Times New Roman" panose="02020603050405020304" pitchFamily="18" charset="0"/>
              </a:rPr>
              <a:t>Dataset</a:t>
            </a:r>
            <a:r>
              <a:rPr lang="en-US" sz="3200" u="sng" spc="105" dirty="0">
                <a:latin typeface="Times New Roman" panose="02020603050405020304" pitchFamily="18" charset="0"/>
                <a:cs typeface="Times New Roman" panose="02020603050405020304" pitchFamily="18" charset="0"/>
              </a:rPr>
              <a:t> Description</a:t>
            </a:r>
            <a:endParaRPr sz="3200" u="sng" spc="105"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71259DF-B18D-9672-5A89-0CA076F5D7F7}"/>
              </a:ext>
            </a:extLst>
          </p:cNvPr>
          <p:cNvSpPr txBox="1"/>
          <p:nvPr/>
        </p:nvSpPr>
        <p:spPr>
          <a:xfrm>
            <a:off x="304800" y="819150"/>
            <a:ext cx="8572500"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a:t>
            </a:r>
            <a:r>
              <a:rPr lang="en-US" sz="1600" dirty="0" err="1">
                <a:latin typeface="Times New Roman" panose="02020603050405020304" pitchFamily="18" charset="0"/>
                <a:cs typeface="Times New Roman" panose="02020603050405020304" pitchFamily="18" charset="0"/>
              </a:rPr>
              <a:t>PlantVillage</a:t>
            </a:r>
            <a:r>
              <a:rPr lang="en-US" sz="1600" dirty="0">
                <a:latin typeface="Times New Roman" panose="02020603050405020304" pitchFamily="18" charset="0"/>
                <a:cs typeface="Times New Roman" panose="02020603050405020304" pitchFamily="18" charset="0"/>
              </a:rPr>
              <a:t> dataset is a publicly available collection of plant leaf images used for disease detection.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contains over 54,000 RGB images from 14 different crop species such as apple, potato, tomato, and grape.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dataset includes 38 disease classes, covering both healthy and diseased plant leaves.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Images are captured under controlled conditions with uniform backgrounds.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dataset is suitable for training and evaluating deep learning models like CNNs.</a:t>
            </a:r>
          </a:p>
        </p:txBody>
      </p:sp>
      <p:sp>
        <p:nvSpPr>
          <p:cNvPr id="9" name="object 2">
            <a:extLst>
              <a:ext uri="{FF2B5EF4-FFF2-40B4-BE49-F238E27FC236}">
                <a16:creationId xmlns:a16="http://schemas.microsoft.com/office/drawing/2014/main" id="{EDE5E421-E7CB-1F7E-CBC1-25607519DACB}"/>
              </a:ext>
            </a:extLst>
          </p:cNvPr>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8600" y="209550"/>
            <a:ext cx="8610600" cy="665480"/>
          </a:xfrm>
          <a:prstGeom prst="rect">
            <a:avLst/>
          </a:prstGeom>
        </p:spPr>
        <p:txBody>
          <a:bodyPr vert="horz" wrap="square" lIns="0" tIns="12700" rIns="0" bIns="0" rtlCol="0">
            <a:spAutoFit/>
          </a:bodyPr>
          <a:lstStyle/>
          <a:p>
            <a:pPr marL="12700" algn="ctr">
              <a:lnSpc>
                <a:spcPct val="100000"/>
              </a:lnSpc>
              <a:spcBef>
                <a:spcPts val="100"/>
              </a:spcBef>
            </a:pPr>
            <a:r>
              <a:rPr sz="4200" b="1" u="sng" spc="140" dirty="0">
                <a:solidFill>
                  <a:srgbClr val="FFFFFF"/>
                </a:solidFill>
              </a:rPr>
              <a:t>Flowchart</a:t>
            </a:r>
            <a:endParaRPr sz="4200" b="1" u="sng" dirty="0"/>
          </a:p>
        </p:txBody>
      </p:sp>
      <p:pic>
        <p:nvPicPr>
          <p:cNvPr id="5" name="Picture 4">
            <a:extLst>
              <a:ext uri="{FF2B5EF4-FFF2-40B4-BE49-F238E27FC236}">
                <a16:creationId xmlns:a16="http://schemas.microsoft.com/office/drawing/2014/main" id="{F690AC87-0436-3254-AEA1-809F820A00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036334"/>
            <a:ext cx="8534400" cy="3070831"/>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EA555F9-3A02-3EA4-616F-CB799345DBDA}"/>
                  </a:ext>
                </a:extLst>
              </p14:cNvPr>
              <p14:cNvContentPartPr/>
              <p14:nvPr/>
            </p14:nvContentPartPr>
            <p14:xfrm>
              <a:off x="1157095" y="4065231"/>
              <a:ext cx="171000" cy="35640"/>
            </p14:xfrm>
          </p:contentPart>
        </mc:Choice>
        <mc:Fallback xmlns="">
          <p:pic>
            <p:nvPicPr>
              <p:cNvPr id="4" name="Ink 3">
                <a:extLst>
                  <a:ext uri="{FF2B5EF4-FFF2-40B4-BE49-F238E27FC236}">
                    <a16:creationId xmlns:a16="http://schemas.microsoft.com/office/drawing/2014/main" id="{7EA555F9-3A02-3EA4-616F-CB799345DBDA}"/>
                  </a:ext>
                </a:extLst>
              </p:cNvPr>
              <p:cNvPicPr/>
              <p:nvPr/>
            </p:nvPicPr>
            <p:blipFill>
              <a:blip r:embed="rId4"/>
              <a:stretch>
                <a:fillRect/>
              </a:stretch>
            </p:blipFill>
            <p:spPr>
              <a:xfrm>
                <a:off x="1148455" y="4056591"/>
                <a:ext cx="188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F953B7E5-D084-4FFA-3FC8-B7C9A4106D8E}"/>
                  </a:ext>
                </a:extLst>
              </p14:cNvPr>
              <p14:cNvContentPartPr/>
              <p14:nvPr/>
            </p14:nvContentPartPr>
            <p14:xfrm>
              <a:off x="1167535" y="4093671"/>
              <a:ext cx="4320" cy="360"/>
            </p14:xfrm>
          </p:contentPart>
        </mc:Choice>
        <mc:Fallback xmlns="">
          <p:pic>
            <p:nvPicPr>
              <p:cNvPr id="6" name="Ink 5">
                <a:extLst>
                  <a:ext uri="{FF2B5EF4-FFF2-40B4-BE49-F238E27FC236}">
                    <a16:creationId xmlns:a16="http://schemas.microsoft.com/office/drawing/2014/main" id="{F953B7E5-D084-4FFA-3FC8-B7C9A4106D8E}"/>
                  </a:ext>
                </a:extLst>
              </p:cNvPr>
              <p:cNvPicPr/>
              <p:nvPr/>
            </p:nvPicPr>
            <p:blipFill>
              <a:blip r:embed="rId6"/>
              <a:stretch>
                <a:fillRect/>
              </a:stretch>
            </p:blipFill>
            <p:spPr>
              <a:xfrm>
                <a:off x="1158895" y="4084671"/>
                <a:ext cx="21960" cy="1800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34892" y="191260"/>
            <a:ext cx="2661108" cy="505267"/>
          </a:xfrm>
          <a:prstGeom prst="rect">
            <a:avLst/>
          </a:prstGeom>
        </p:spPr>
        <p:txBody>
          <a:bodyPr vert="horz" wrap="square" lIns="0" tIns="12700" rIns="0" bIns="0" rtlCol="0">
            <a:spAutoFit/>
          </a:bodyPr>
          <a:lstStyle/>
          <a:p>
            <a:pPr marL="12700">
              <a:lnSpc>
                <a:spcPct val="100000"/>
              </a:lnSpc>
              <a:spcBef>
                <a:spcPts val="100"/>
              </a:spcBef>
            </a:pPr>
            <a:r>
              <a:rPr lang="en-IN" sz="3200" b="1" u="sng" spc="95" dirty="0"/>
              <a:t>work </a:t>
            </a:r>
            <a:r>
              <a:rPr sz="3200" b="1" u="sng" spc="95" dirty="0"/>
              <a:t>Process</a:t>
            </a:r>
          </a:p>
        </p:txBody>
      </p:sp>
      <p:sp>
        <p:nvSpPr>
          <p:cNvPr id="22" name="Rectangle 21">
            <a:extLst>
              <a:ext uri="{FF2B5EF4-FFF2-40B4-BE49-F238E27FC236}">
                <a16:creationId xmlns:a16="http://schemas.microsoft.com/office/drawing/2014/main" id="{5D1982C4-2FBE-83CC-1ED4-3FB54E83A9AE}"/>
              </a:ext>
            </a:extLst>
          </p:cNvPr>
          <p:cNvSpPr/>
          <p:nvPr/>
        </p:nvSpPr>
        <p:spPr>
          <a:xfrm>
            <a:off x="1046870" y="958275"/>
            <a:ext cx="20574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4" name="TextBox 23">
            <a:extLst>
              <a:ext uri="{FF2B5EF4-FFF2-40B4-BE49-F238E27FC236}">
                <a16:creationId xmlns:a16="http://schemas.microsoft.com/office/drawing/2014/main" id="{6D24EE01-8C31-29AF-691C-2CF795042C82}"/>
              </a:ext>
            </a:extLst>
          </p:cNvPr>
          <p:cNvSpPr txBox="1"/>
          <p:nvPr/>
        </p:nvSpPr>
        <p:spPr>
          <a:xfrm>
            <a:off x="1066799" y="971550"/>
            <a:ext cx="1967179" cy="338554"/>
          </a:xfrm>
          <a:prstGeom prst="rect">
            <a:avLst/>
          </a:prstGeom>
          <a:noFill/>
        </p:spPr>
        <p:txBody>
          <a:bodyPr wrap="square" rtlCol="0">
            <a:spAutoFit/>
          </a:bodyPr>
          <a:lstStyle/>
          <a:p>
            <a:r>
              <a:rPr lang="en-IN" sz="1600" dirty="0"/>
              <a:t>Dataset Collection</a:t>
            </a:r>
          </a:p>
        </p:txBody>
      </p:sp>
      <p:sp>
        <p:nvSpPr>
          <p:cNvPr id="27" name="Rectangle 26">
            <a:extLst>
              <a:ext uri="{FF2B5EF4-FFF2-40B4-BE49-F238E27FC236}">
                <a16:creationId xmlns:a16="http://schemas.microsoft.com/office/drawing/2014/main" id="{7A60C7D2-32BF-5AFF-34D4-79D1BA638EB5}"/>
              </a:ext>
            </a:extLst>
          </p:cNvPr>
          <p:cNvSpPr/>
          <p:nvPr/>
        </p:nvSpPr>
        <p:spPr>
          <a:xfrm>
            <a:off x="1066800" y="1733550"/>
            <a:ext cx="20574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8" name="TextBox 27">
            <a:extLst>
              <a:ext uri="{FF2B5EF4-FFF2-40B4-BE49-F238E27FC236}">
                <a16:creationId xmlns:a16="http://schemas.microsoft.com/office/drawing/2014/main" id="{2B0DE4F9-B04F-715F-E50B-200741EBFFFD}"/>
              </a:ext>
            </a:extLst>
          </p:cNvPr>
          <p:cNvSpPr txBox="1"/>
          <p:nvPr/>
        </p:nvSpPr>
        <p:spPr>
          <a:xfrm>
            <a:off x="1066800" y="1733550"/>
            <a:ext cx="2057400" cy="338554"/>
          </a:xfrm>
          <a:prstGeom prst="rect">
            <a:avLst/>
          </a:prstGeom>
          <a:noFill/>
        </p:spPr>
        <p:txBody>
          <a:bodyPr wrap="square" rtlCol="0">
            <a:spAutoFit/>
          </a:bodyPr>
          <a:lstStyle/>
          <a:p>
            <a:r>
              <a:rPr lang="en-IN" sz="1600" dirty="0"/>
              <a:t>Data Preprocessing</a:t>
            </a:r>
          </a:p>
        </p:txBody>
      </p:sp>
      <p:sp>
        <p:nvSpPr>
          <p:cNvPr id="29" name="Rectangle 28">
            <a:extLst>
              <a:ext uri="{FF2B5EF4-FFF2-40B4-BE49-F238E27FC236}">
                <a16:creationId xmlns:a16="http://schemas.microsoft.com/office/drawing/2014/main" id="{835AA21D-CF24-D026-28CE-112225077EF2}"/>
              </a:ext>
            </a:extLst>
          </p:cNvPr>
          <p:cNvSpPr/>
          <p:nvPr/>
        </p:nvSpPr>
        <p:spPr>
          <a:xfrm>
            <a:off x="1066800" y="2495550"/>
            <a:ext cx="20574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0" name="TextBox 29">
            <a:extLst>
              <a:ext uri="{FF2B5EF4-FFF2-40B4-BE49-F238E27FC236}">
                <a16:creationId xmlns:a16="http://schemas.microsoft.com/office/drawing/2014/main" id="{30CF3A01-13AA-D320-D14E-9C44ED3E18F3}"/>
              </a:ext>
            </a:extLst>
          </p:cNvPr>
          <p:cNvSpPr txBox="1"/>
          <p:nvPr/>
        </p:nvSpPr>
        <p:spPr>
          <a:xfrm>
            <a:off x="1066800" y="2495550"/>
            <a:ext cx="2057400" cy="338554"/>
          </a:xfrm>
          <a:prstGeom prst="rect">
            <a:avLst/>
          </a:prstGeom>
          <a:noFill/>
        </p:spPr>
        <p:txBody>
          <a:bodyPr wrap="square" rtlCol="0">
            <a:spAutoFit/>
          </a:bodyPr>
          <a:lstStyle/>
          <a:p>
            <a:r>
              <a:rPr lang="en-IN" sz="1600" dirty="0"/>
              <a:t>CNN Model Training</a:t>
            </a:r>
          </a:p>
        </p:txBody>
      </p:sp>
      <p:sp>
        <p:nvSpPr>
          <p:cNvPr id="31" name="Rectangle 30">
            <a:extLst>
              <a:ext uri="{FF2B5EF4-FFF2-40B4-BE49-F238E27FC236}">
                <a16:creationId xmlns:a16="http://schemas.microsoft.com/office/drawing/2014/main" id="{8AF3E1CD-654F-D142-46CC-3096A1152993}"/>
              </a:ext>
            </a:extLst>
          </p:cNvPr>
          <p:cNvSpPr/>
          <p:nvPr/>
        </p:nvSpPr>
        <p:spPr>
          <a:xfrm>
            <a:off x="1066799" y="3257550"/>
            <a:ext cx="20574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2" name="TextBox 31">
            <a:extLst>
              <a:ext uri="{FF2B5EF4-FFF2-40B4-BE49-F238E27FC236}">
                <a16:creationId xmlns:a16="http://schemas.microsoft.com/office/drawing/2014/main" id="{675C8AAB-097F-DAEF-1707-2A041E0F642F}"/>
              </a:ext>
            </a:extLst>
          </p:cNvPr>
          <p:cNvSpPr txBox="1"/>
          <p:nvPr/>
        </p:nvSpPr>
        <p:spPr>
          <a:xfrm>
            <a:off x="1072661" y="3257550"/>
            <a:ext cx="2057400" cy="338554"/>
          </a:xfrm>
          <a:prstGeom prst="rect">
            <a:avLst/>
          </a:prstGeom>
          <a:noFill/>
        </p:spPr>
        <p:txBody>
          <a:bodyPr wrap="square" rtlCol="0">
            <a:spAutoFit/>
          </a:bodyPr>
          <a:lstStyle/>
          <a:p>
            <a:pPr algn="l"/>
            <a:r>
              <a:rPr lang="en-IN" sz="1600" dirty="0"/>
              <a:t>Model Evaluation</a:t>
            </a:r>
          </a:p>
        </p:txBody>
      </p:sp>
      <p:sp>
        <p:nvSpPr>
          <p:cNvPr id="33" name="Rectangle 32">
            <a:extLst>
              <a:ext uri="{FF2B5EF4-FFF2-40B4-BE49-F238E27FC236}">
                <a16:creationId xmlns:a16="http://schemas.microsoft.com/office/drawing/2014/main" id="{A0B13513-F09C-C0FA-6E35-A9248F795792}"/>
              </a:ext>
            </a:extLst>
          </p:cNvPr>
          <p:cNvSpPr/>
          <p:nvPr/>
        </p:nvSpPr>
        <p:spPr>
          <a:xfrm>
            <a:off x="1066799" y="4019550"/>
            <a:ext cx="20574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4" name="TextBox 33">
            <a:extLst>
              <a:ext uri="{FF2B5EF4-FFF2-40B4-BE49-F238E27FC236}">
                <a16:creationId xmlns:a16="http://schemas.microsoft.com/office/drawing/2014/main" id="{726E6ADA-583E-4734-F1B1-C4097EA3BBAD}"/>
              </a:ext>
            </a:extLst>
          </p:cNvPr>
          <p:cNvSpPr txBox="1"/>
          <p:nvPr/>
        </p:nvSpPr>
        <p:spPr>
          <a:xfrm>
            <a:off x="1066799" y="4019550"/>
            <a:ext cx="2057400" cy="584775"/>
          </a:xfrm>
          <a:prstGeom prst="rect">
            <a:avLst/>
          </a:prstGeom>
          <a:noFill/>
        </p:spPr>
        <p:txBody>
          <a:bodyPr wrap="square" rtlCol="0">
            <a:spAutoFit/>
          </a:bodyPr>
          <a:lstStyle/>
          <a:p>
            <a:r>
              <a:rPr lang="en-IN" sz="1600" dirty="0"/>
              <a:t>Web Application Development</a:t>
            </a:r>
          </a:p>
        </p:txBody>
      </p:sp>
      <p:cxnSp>
        <p:nvCxnSpPr>
          <p:cNvPr id="36" name="Straight Arrow Connector 35">
            <a:extLst>
              <a:ext uri="{FF2B5EF4-FFF2-40B4-BE49-F238E27FC236}">
                <a16:creationId xmlns:a16="http://schemas.microsoft.com/office/drawing/2014/main" id="{D6370FC3-6707-3243-D466-56A1E442FF5C}"/>
              </a:ext>
            </a:extLst>
          </p:cNvPr>
          <p:cNvCxnSpPr>
            <a:stCxn id="22" idx="2"/>
            <a:endCxn id="28" idx="0"/>
          </p:cNvCxnSpPr>
          <p:nvPr/>
        </p:nvCxnSpPr>
        <p:spPr>
          <a:xfrm>
            <a:off x="2075570" y="1339275"/>
            <a:ext cx="19930" cy="39427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2FCA8C46-C374-E9EA-C397-24ABD053E46C}"/>
              </a:ext>
            </a:extLst>
          </p:cNvPr>
          <p:cNvCxnSpPr>
            <a:stCxn id="27" idx="2"/>
            <a:endCxn id="30" idx="0"/>
          </p:cNvCxnSpPr>
          <p:nvPr/>
        </p:nvCxnSpPr>
        <p:spPr>
          <a:xfrm>
            <a:off x="2095500" y="2114550"/>
            <a:ext cx="0" cy="3810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4B88D6EE-2C33-DD60-E399-1A8AD6122930}"/>
              </a:ext>
            </a:extLst>
          </p:cNvPr>
          <p:cNvCxnSpPr>
            <a:stCxn id="29" idx="2"/>
            <a:endCxn id="31" idx="0"/>
          </p:cNvCxnSpPr>
          <p:nvPr/>
        </p:nvCxnSpPr>
        <p:spPr>
          <a:xfrm flipH="1">
            <a:off x="2095499" y="2876550"/>
            <a:ext cx="1" cy="3810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7B675259-2377-F2E8-AD42-CC4ED321338F}"/>
              </a:ext>
            </a:extLst>
          </p:cNvPr>
          <p:cNvCxnSpPr>
            <a:stCxn id="31" idx="2"/>
            <a:endCxn id="34" idx="0"/>
          </p:cNvCxnSpPr>
          <p:nvPr/>
        </p:nvCxnSpPr>
        <p:spPr>
          <a:xfrm>
            <a:off x="2095499" y="3638550"/>
            <a:ext cx="0" cy="3810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3" name="Rectangle 42">
            <a:extLst>
              <a:ext uri="{FF2B5EF4-FFF2-40B4-BE49-F238E27FC236}">
                <a16:creationId xmlns:a16="http://schemas.microsoft.com/office/drawing/2014/main" id="{47B37506-6DB5-2301-1324-ED9E10691C66}"/>
              </a:ext>
            </a:extLst>
          </p:cNvPr>
          <p:cNvSpPr/>
          <p:nvPr/>
        </p:nvSpPr>
        <p:spPr>
          <a:xfrm>
            <a:off x="3505183" y="843975"/>
            <a:ext cx="5181597"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4" name="Rectangle 43">
            <a:extLst>
              <a:ext uri="{FF2B5EF4-FFF2-40B4-BE49-F238E27FC236}">
                <a16:creationId xmlns:a16="http://schemas.microsoft.com/office/drawing/2014/main" id="{A001C575-EC33-FCD1-9A63-E8E9C30B8914}"/>
              </a:ext>
            </a:extLst>
          </p:cNvPr>
          <p:cNvSpPr/>
          <p:nvPr/>
        </p:nvSpPr>
        <p:spPr>
          <a:xfrm>
            <a:off x="3505187" y="1574409"/>
            <a:ext cx="51815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5" name="Rectangle 44">
            <a:extLst>
              <a:ext uri="{FF2B5EF4-FFF2-40B4-BE49-F238E27FC236}">
                <a16:creationId xmlns:a16="http://schemas.microsoft.com/office/drawing/2014/main" id="{B33A2101-FA9D-3019-67AF-5DDB597859CC}"/>
              </a:ext>
            </a:extLst>
          </p:cNvPr>
          <p:cNvSpPr/>
          <p:nvPr/>
        </p:nvSpPr>
        <p:spPr>
          <a:xfrm>
            <a:off x="3498144" y="2381250"/>
            <a:ext cx="518159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211A0C99-9A74-5D52-74D9-DC6D5B24764F}"/>
              </a:ext>
            </a:extLst>
          </p:cNvPr>
          <p:cNvSpPr/>
          <p:nvPr/>
        </p:nvSpPr>
        <p:spPr>
          <a:xfrm>
            <a:off x="3505183" y="3122027"/>
            <a:ext cx="5181581"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7" name="Rectangle 46">
            <a:extLst>
              <a:ext uri="{FF2B5EF4-FFF2-40B4-BE49-F238E27FC236}">
                <a16:creationId xmlns:a16="http://schemas.microsoft.com/office/drawing/2014/main" id="{F4867682-7EF3-6E23-DC7A-94CAB5CA17DD}"/>
              </a:ext>
            </a:extLst>
          </p:cNvPr>
          <p:cNvSpPr/>
          <p:nvPr/>
        </p:nvSpPr>
        <p:spPr>
          <a:xfrm>
            <a:off x="3505183" y="4019550"/>
            <a:ext cx="5181597"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TextBox 47">
            <a:extLst>
              <a:ext uri="{FF2B5EF4-FFF2-40B4-BE49-F238E27FC236}">
                <a16:creationId xmlns:a16="http://schemas.microsoft.com/office/drawing/2014/main" id="{50CC626A-7CEF-4F97-A613-29C1DD1F1299}"/>
              </a:ext>
            </a:extLst>
          </p:cNvPr>
          <p:cNvSpPr txBox="1"/>
          <p:nvPr/>
        </p:nvSpPr>
        <p:spPr>
          <a:xfrm>
            <a:off x="3505183" y="833057"/>
            <a:ext cx="5181596" cy="584775"/>
          </a:xfrm>
          <a:prstGeom prst="rect">
            <a:avLst/>
          </a:prstGeom>
          <a:noFill/>
        </p:spPr>
        <p:txBody>
          <a:bodyPr wrap="square" rtlCol="0">
            <a:spAutoFit/>
          </a:bodyPr>
          <a:lstStyle/>
          <a:p>
            <a:r>
              <a:rPr lang="en-US" sz="1600" dirty="0"/>
              <a:t>Leaf images are collected from the </a:t>
            </a:r>
            <a:r>
              <a:rPr lang="en-US" sz="1600" dirty="0" err="1"/>
              <a:t>PlantVillage</a:t>
            </a:r>
            <a:r>
              <a:rPr lang="en-US" sz="1600" dirty="0"/>
              <a:t> dataset containing healthy and diseased plant samples.</a:t>
            </a:r>
            <a:endParaRPr lang="en-IN" sz="1600" dirty="0"/>
          </a:p>
        </p:txBody>
      </p:sp>
      <p:sp>
        <p:nvSpPr>
          <p:cNvPr id="49" name="TextBox 48">
            <a:extLst>
              <a:ext uri="{FF2B5EF4-FFF2-40B4-BE49-F238E27FC236}">
                <a16:creationId xmlns:a16="http://schemas.microsoft.com/office/drawing/2014/main" id="{32758ABF-EB18-055A-2111-6D306CB46197}"/>
              </a:ext>
            </a:extLst>
          </p:cNvPr>
          <p:cNvSpPr txBox="1"/>
          <p:nvPr/>
        </p:nvSpPr>
        <p:spPr>
          <a:xfrm>
            <a:off x="3516923" y="1607746"/>
            <a:ext cx="5181579" cy="584775"/>
          </a:xfrm>
          <a:prstGeom prst="rect">
            <a:avLst/>
          </a:prstGeom>
          <a:noFill/>
        </p:spPr>
        <p:txBody>
          <a:bodyPr wrap="square" rtlCol="0">
            <a:spAutoFit/>
          </a:bodyPr>
          <a:lstStyle/>
          <a:p>
            <a:r>
              <a:rPr lang="en-US" sz="1600" dirty="0"/>
              <a:t>Images are resized, normalized, and split into training and validation datasets.</a:t>
            </a:r>
            <a:endParaRPr lang="en-IN" sz="1600" dirty="0"/>
          </a:p>
        </p:txBody>
      </p:sp>
      <p:sp>
        <p:nvSpPr>
          <p:cNvPr id="50" name="TextBox 49">
            <a:extLst>
              <a:ext uri="{FF2B5EF4-FFF2-40B4-BE49-F238E27FC236}">
                <a16:creationId xmlns:a16="http://schemas.microsoft.com/office/drawing/2014/main" id="{E6B74A14-43E2-D176-6FC8-33578B43A71A}"/>
              </a:ext>
            </a:extLst>
          </p:cNvPr>
          <p:cNvSpPr txBox="1"/>
          <p:nvPr/>
        </p:nvSpPr>
        <p:spPr>
          <a:xfrm>
            <a:off x="3505183" y="2411373"/>
            <a:ext cx="5174542" cy="553998"/>
          </a:xfrm>
          <a:prstGeom prst="rect">
            <a:avLst/>
          </a:prstGeom>
          <a:noFill/>
        </p:spPr>
        <p:txBody>
          <a:bodyPr wrap="square" rtlCol="0">
            <a:spAutoFit/>
          </a:bodyPr>
          <a:lstStyle/>
          <a:p>
            <a:r>
              <a:rPr lang="en-US" sz="1500" dirty="0"/>
              <a:t>A Convolutional Neural Network (CNN) is designed and trained to learn disease-related features from leaf images.</a:t>
            </a:r>
            <a:endParaRPr lang="en-IN" sz="1500" dirty="0"/>
          </a:p>
        </p:txBody>
      </p:sp>
      <p:sp>
        <p:nvSpPr>
          <p:cNvPr id="51" name="TextBox 50">
            <a:extLst>
              <a:ext uri="{FF2B5EF4-FFF2-40B4-BE49-F238E27FC236}">
                <a16:creationId xmlns:a16="http://schemas.microsoft.com/office/drawing/2014/main" id="{81B93A73-53CE-7B9C-93A6-45C6541F74F4}"/>
              </a:ext>
            </a:extLst>
          </p:cNvPr>
          <p:cNvSpPr txBox="1"/>
          <p:nvPr/>
        </p:nvSpPr>
        <p:spPr>
          <a:xfrm>
            <a:off x="3505183" y="3149716"/>
            <a:ext cx="5174542" cy="584775"/>
          </a:xfrm>
          <a:prstGeom prst="rect">
            <a:avLst/>
          </a:prstGeom>
          <a:noFill/>
        </p:spPr>
        <p:txBody>
          <a:bodyPr wrap="square" rtlCol="0">
            <a:spAutoFit/>
          </a:bodyPr>
          <a:lstStyle/>
          <a:p>
            <a:r>
              <a:rPr lang="en-US" sz="1600" dirty="0"/>
              <a:t>The trained model is evaluated using validation accuracy and loss.</a:t>
            </a:r>
            <a:endParaRPr lang="en-IN" sz="1600" dirty="0"/>
          </a:p>
        </p:txBody>
      </p:sp>
      <p:sp>
        <p:nvSpPr>
          <p:cNvPr id="52" name="TextBox 51">
            <a:extLst>
              <a:ext uri="{FF2B5EF4-FFF2-40B4-BE49-F238E27FC236}">
                <a16:creationId xmlns:a16="http://schemas.microsoft.com/office/drawing/2014/main" id="{E6D294D8-AA20-A0C0-199B-4040B8D559DD}"/>
              </a:ext>
            </a:extLst>
          </p:cNvPr>
          <p:cNvSpPr txBox="1"/>
          <p:nvPr/>
        </p:nvSpPr>
        <p:spPr>
          <a:xfrm>
            <a:off x="3505183" y="4048833"/>
            <a:ext cx="5174542" cy="523220"/>
          </a:xfrm>
          <a:prstGeom prst="rect">
            <a:avLst/>
          </a:prstGeom>
          <a:noFill/>
        </p:spPr>
        <p:txBody>
          <a:bodyPr wrap="square" rtlCol="0">
            <a:spAutoFit/>
          </a:bodyPr>
          <a:lstStyle/>
          <a:p>
            <a:r>
              <a:rPr lang="en-US" sz="1400" dirty="0"/>
              <a:t>A </a:t>
            </a:r>
            <a:r>
              <a:rPr lang="en-US" sz="1400" b="1" dirty="0" err="1"/>
              <a:t>Streamlit</a:t>
            </a:r>
            <a:r>
              <a:rPr lang="en-US" sz="1400" b="1" dirty="0"/>
              <a:t>-based web application</a:t>
            </a:r>
            <a:r>
              <a:rPr lang="en-US" sz="1400" dirty="0"/>
              <a:t> is developed to upload leaf images and display disease prediction results in real time.</a:t>
            </a:r>
            <a:endParaRPr lang="en-IN" sz="1400" dirty="0"/>
          </a:p>
        </p:txBody>
      </p:sp>
      <p:cxnSp>
        <p:nvCxnSpPr>
          <p:cNvPr id="54" name="Straight Connector 53">
            <a:extLst>
              <a:ext uri="{FF2B5EF4-FFF2-40B4-BE49-F238E27FC236}">
                <a16:creationId xmlns:a16="http://schemas.microsoft.com/office/drawing/2014/main" id="{6225C272-88D7-47BC-BF7E-6BED8F614835}"/>
              </a:ext>
            </a:extLst>
          </p:cNvPr>
          <p:cNvCxnSpPr>
            <a:stCxn id="22" idx="3"/>
            <a:endCxn id="43" idx="1"/>
          </p:cNvCxnSpPr>
          <p:nvPr/>
        </p:nvCxnSpPr>
        <p:spPr>
          <a:xfrm>
            <a:off x="3104270" y="1148775"/>
            <a:ext cx="400913"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59" name="Straight Connector 58">
            <a:extLst>
              <a:ext uri="{FF2B5EF4-FFF2-40B4-BE49-F238E27FC236}">
                <a16:creationId xmlns:a16="http://schemas.microsoft.com/office/drawing/2014/main" id="{DAABB76A-CECE-6827-76FF-0E16BD78D49F}"/>
              </a:ext>
            </a:extLst>
          </p:cNvPr>
          <p:cNvCxnSpPr>
            <a:stCxn id="28" idx="3"/>
            <a:endCxn id="49" idx="1"/>
          </p:cNvCxnSpPr>
          <p:nvPr/>
        </p:nvCxnSpPr>
        <p:spPr>
          <a:xfrm flipV="1">
            <a:off x="3124200" y="1900134"/>
            <a:ext cx="392723" cy="2693"/>
          </a:xfrm>
          <a:prstGeom prst="line">
            <a:avLst/>
          </a:prstGeom>
        </p:spPr>
        <p:style>
          <a:lnRef idx="1">
            <a:schemeClr val="accent2"/>
          </a:lnRef>
          <a:fillRef idx="0">
            <a:schemeClr val="accent2"/>
          </a:fillRef>
          <a:effectRef idx="0">
            <a:schemeClr val="accent2"/>
          </a:effectRef>
          <a:fontRef idx="minor">
            <a:schemeClr val="tx1"/>
          </a:fontRef>
        </p:style>
      </p:cxnSp>
      <p:cxnSp>
        <p:nvCxnSpPr>
          <p:cNvPr id="65" name="Straight Connector 64">
            <a:extLst>
              <a:ext uri="{FF2B5EF4-FFF2-40B4-BE49-F238E27FC236}">
                <a16:creationId xmlns:a16="http://schemas.microsoft.com/office/drawing/2014/main" id="{65838E02-BB89-06ED-807D-4FDC8CAC44F0}"/>
              </a:ext>
            </a:extLst>
          </p:cNvPr>
          <p:cNvCxnSpPr>
            <a:stCxn id="29" idx="3"/>
            <a:endCxn id="50" idx="1"/>
          </p:cNvCxnSpPr>
          <p:nvPr/>
        </p:nvCxnSpPr>
        <p:spPr>
          <a:xfrm>
            <a:off x="3124200" y="2686050"/>
            <a:ext cx="380983" cy="2322"/>
          </a:xfrm>
          <a:prstGeom prst="line">
            <a:avLst/>
          </a:prstGeom>
        </p:spPr>
        <p:style>
          <a:lnRef idx="1">
            <a:schemeClr val="accent2"/>
          </a:lnRef>
          <a:fillRef idx="0">
            <a:schemeClr val="accent2"/>
          </a:fillRef>
          <a:effectRef idx="0">
            <a:schemeClr val="accent2"/>
          </a:effectRef>
          <a:fontRef idx="minor">
            <a:schemeClr val="tx1"/>
          </a:fontRef>
        </p:style>
      </p:cxnSp>
      <p:cxnSp>
        <p:nvCxnSpPr>
          <p:cNvPr id="68" name="Straight Connector 67">
            <a:extLst>
              <a:ext uri="{FF2B5EF4-FFF2-40B4-BE49-F238E27FC236}">
                <a16:creationId xmlns:a16="http://schemas.microsoft.com/office/drawing/2014/main" id="{72006DA6-3E38-0830-118D-92E19D62F8F5}"/>
              </a:ext>
            </a:extLst>
          </p:cNvPr>
          <p:cNvCxnSpPr>
            <a:stCxn id="32" idx="3"/>
            <a:endCxn id="46" idx="1"/>
          </p:cNvCxnSpPr>
          <p:nvPr/>
        </p:nvCxnSpPr>
        <p:spPr>
          <a:xfrm>
            <a:off x="3130061" y="3426827"/>
            <a:ext cx="375122"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71" name="Straight Connector 70">
            <a:extLst>
              <a:ext uri="{FF2B5EF4-FFF2-40B4-BE49-F238E27FC236}">
                <a16:creationId xmlns:a16="http://schemas.microsoft.com/office/drawing/2014/main" id="{05657B35-B14E-74CE-301C-3F74EA68397C}"/>
              </a:ext>
            </a:extLst>
          </p:cNvPr>
          <p:cNvCxnSpPr>
            <a:stCxn id="34" idx="3"/>
            <a:endCxn id="52" idx="1"/>
          </p:cNvCxnSpPr>
          <p:nvPr/>
        </p:nvCxnSpPr>
        <p:spPr>
          <a:xfrm flipV="1">
            <a:off x="3124199" y="4310443"/>
            <a:ext cx="380984" cy="1495"/>
          </a:xfrm>
          <a:prstGeom prst="line">
            <a:avLst/>
          </a:prstGeom>
        </p:spPr>
        <p:style>
          <a:lnRef idx="1">
            <a:schemeClr val="accent2"/>
          </a:lnRef>
          <a:fillRef idx="0">
            <a:schemeClr val="accent2"/>
          </a:fillRef>
          <a:effectRef idx="0">
            <a:schemeClr val="accent2"/>
          </a:effectRef>
          <a:fontRef idx="minor">
            <a:schemeClr val="tx1"/>
          </a:fontRef>
        </p:style>
      </p:cxnSp>
      <p:sp>
        <p:nvSpPr>
          <p:cNvPr id="73" name="object 2">
            <a:extLst>
              <a:ext uri="{FF2B5EF4-FFF2-40B4-BE49-F238E27FC236}">
                <a16:creationId xmlns:a16="http://schemas.microsoft.com/office/drawing/2014/main" id="{50D3C048-0271-EE0B-CE20-C9F8893B6CE2}"/>
              </a:ext>
            </a:extLst>
          </p:cNvPr>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C005A-B477-CF87-88E0-E52A562C1DED}"/>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D47D97A-34B6-567B-906A-D973F219D634}"/>
              </a:ext>
            </a:extLst>
          </p:cNvPr>
          <p:cNvSpPr txBox="1">
            <a:spLocks noGrp="1"/>
          </p:cNvSpPr>
          <p:nvPr>
            <p:ph type="title"/>
          </p:nvPr>
        </p:nvSpPr>
        <p:spPr>
          <a:xfrm>
            <a:off x="152400" y="99827"/>
            <a:ext cx="8336959" cy="505267"/>
          </a:xfrm>
          <a:prstGeom prst="rect">
            <a:avLst/>
          </a:prstGeom>
        </p:spPr>
        <p:txBody>
          <a:bodyPr vert="horz" wrap="square" lIns="0" tIns="12700" rIns="0" bIns="0" rtlCol="0">
            <a:spAutoFit/>
          </a:bodyPr>
          <a:lstStyle/>
          <a:p>
            <a:pPr marL="493395" marR="5080" indent="-481330" algn="ctr">
              <a:spcBef>
                <a:spcPts val="100"/>
              </a:spcBef>
            </a:pPr>
            <a:r>
              <a:rPr lang="en-IN" sz="3200" b="1" u="sng" spc="40" dirty="0">
                <a:latin typeface="Times New Roman" panose="02020603050405020304" pitchFamily="18" charset="0"/>
                <a:cs typeface="Times New Roman" panose="02020603050405020304" pitchFamily="18" charset="0"/>
              </a:rPr>
              <a:t>Result &amp; Discussion</a:t>
            </a:r>
            <a:endParaRPr b="1" u="sng" spc="-10" dirty="0">
              <a:solidFill>
                <a:srgbClr val="26A69A"/>
              </a:solidFill>
              <a:latin typeface="Times New Roman" panose="02020603050405020304" pitchFamily="18" charset="0"/>
              <a:cs typeface="Times New Roman" panose="02020603050405020304" pitchFamily="18" charset="0"/>
            </a:endParaRPr>
          </a:p>
        </p:txBody>
      </p:sp>
      <p:sp>
        <p:nvSpPr>
          <p:cNvPr id="8" name="object 2">
            <a:extLst>
              <a:ext uri="{FF2B5EF4-FFF2-40B4-BE49-F238E27FC236}">
                <a16:creationId xmlns:a16="http://schemas.microsoft.com/office/drawing/2014/main" id="{F6F0B6F3-99FC-7C4E-73C7-DAFAE7B5CCAE}"/>
              </a:ext>
            </a:extLst>
          </p:cNvPr>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pic>
        <p:nvPicPr>
          <p:cNvPr id="7" name="Picture 6">
            <a:extLst>
              <a:ext uri="{FF2B5EF4-FFF2-40B4-BE49-F238E27FC236}">
                <a16:creationId xmlns:a16="http://schemas.microsoft.com/office/drawing/2014/main" id="{8403FF4B-695C-C418-7C22-1429217DC9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334" y="605095"/>
            <a:ext cx="3722322" cy="1773011"/>
          </a:xfrm>
          <a:prstGeom prst="rect">
            <a:avLst/>
          </a:prstGeom>
        </p:spPr>
      </p:pic>
      <p:pic>
        <p:nvPicPr>
          <p:cNvPr id="15" name="Picture 14">
            <a:extLst>
              <a:ext uri="{FF2B5EF4-FFF2-40B4-BE49-F238E27FC236}">
                <a16:creationId xmlns:a16="http://schemas.microsoft.com/office/drawing/2014/main" id="{D76EA38F-1AA5-13D0-E0F3-C8BDA97AC2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333" y="2718455"/>
            <a:ext cx="3749379" cy="1986896"/>
          </a:xfrm>
          <a:prstGeom prst="rect">
            <a:avLst/>
          </a:prstGeom>
        </p:spPr>
      </p:pic>
      <p:pic>
        <p:nvPicPr>
          <p:cNvPr id="17" name="Picture 16">
            <a:extLst>
              <a:ext uri="{FF2B5EF4-FFF2-40B4-BE49-F238E27FC236}">
                <a16:creationId xmlns:a16="http://schemas.microsoft.com/office/drawing/2014/main" id="{D31E0D69-B0AC-23A0-66EC-0E3D7BDFC0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5267" y="637666"/>
            <a:ext cx="3749380" cy="3992974"/>
          </a:xfrm>
          <a:prstGeom prst="rect">
            <a:avLst/>
          </a:prstGeom>
        </p:spPr>
      </p:pic>
      <p:sp>
        <p:nvSpPr>
          <p:cNvPr id="18" name="TextBox 17">
            <a:extLst>
              <a:ext uri="{FF2B5EF4-FFF2-40B4-BE49-F238E27FC236}">
                <a16:creationId xmlns:a16="http://schemas.microsoft.com/office/drawing/2014/main" id="{ED996E8C-CEE5-A12A-AE10-AD37DB059085}"/>
              </a:ext>
            </a:extLst>
          </p:cNvPr>
          <p:cNvSpPr txBox="1"/>
          <p:nvPr/>
        </p:nvSpPr>
        <p:spPr>
          <a:xfrm>
            <a:off x="990600" y="2363619"/>
            <a:ext cx="15240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Train generator</a:t>
            </a:r>
            <a:endParaRPr lang="en-IN" sz="14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1DC9E9E8-6F74-30F9-385A-D700BA42F0A4}"/>
              </a:ext>
            </a:extLst>
          </p:cNvPr>
          <p:cNvSpPr txBox="1"/>
          <p:nvPr/>
        </p:nvSpPr>
        <p:spPr>
          <a:xfrm>
            <a:off x="914400" y="4705351"/>
            <a:ext cx="16764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Validation generator </a:t>
            </a:r>
            <a:endParaRPr lang="en-IN" sz="14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3C85407E-5152-6975-7A6B-94072ACB5239}"/>
              </a:ext>
            </a:extLst>
          </p:cNvPr>
          <p:cNvSpPr txBox="1"/>
          <p:nvPr/>
        </p:nvSpPr>
        <p:spPr>
          <a:xfrm>
            <a:off x="6172200" y="4658515"/>
            <a:ext cx="12192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Classes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8637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4E463-2607-2E07-043A-46F39106622E}"/>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5503AFBD-F21C-CF94-D550-B7D93BB127F3}"/>
              </a:ext>
            </a:extLst>
          </p:cNvPr>
          <p:cNvSpPr txBox="1">
            <a:spLocks noGrp="1"/>
          </p:cNvSpPr>
          <p:nvPr>
            <p:ph type="title"/>
          </p:nvPr>
        </p:nvSpPr>
        <p:spPr>
          <a:xfrm>
            <a:off x="152400" y="99827"/>
            <a:ext cx="8305799" cy="505267"/>
          </a:xfrm>
          <a:prstGeom prst="rect">
            <a:avLst/>
          </a:prstGeom>
        </p:spPr>
        <p:txBody>
          <a:bodyPr vert="horz" wrap="square" lIns="0" tIns="12700" rIns="0" bIns="0" rtlCol="0">
            <a:spAutoFit/>
          </a:bodyPr>
          <a:lstStyle/>
          <a:p>
            <a:pPr marL="493395" marR="5080" indent="-481330" algn="ctr">
              <a:spcBef>
                <a:spcPts val="100"/>
              </a:spcBef>
            </a:pPr>
            <a:r>
              <a:rPr lang="en-IN" sz="3200" b="1" u="sng" spc="40" dirty="0">
                <a:latin typeface="Times New Roman" panose="02020603050405020304" pitchFamily="18" charset="0"/>
                <a:cs typeface="Times New Roman" panose="02020603050405020304" pitchFamily="18" charset="0"/>
              </a:rPr>
              <a:t>Result &amp; Discussion(Cont.)</a:t>
            </a:r>
            <a:endParaRPr b="1" u="sng" spc="-10" dirty="0">
              <a:solidFill>
                <a:srgbClr val="26A69A"/>
              </a:solidFill>
              <a:latin typeface="Times New Roman" panose="02020603050405020304" pitchFamily="18" charset="0"/>
              <a:cs typeface="Times New Roman" panose="02020603050405020304" pitchFamily="18" charset="0"/>
            </a:endParaRPr>
          </a:p>
        </p:txBody>
      </p:sp>
      <p:sp>
        <p:nvSpPr>
          <p:cNvPr id="8" name="object 2">
            <a:extLst>
              <a:ext uri="{FF2B5EF4-FFF2-40B4-BE49-F238E27FC236}">
                <a16:creationId xmlns:a16="http://schemas.microsoft.com/office/drawing/2014/main" id="{7E3313FB-1200-6E50-BAFC-CB730D7D12CB}"/>
              </a:ext>
            </a:extLst>
          </p:cNvPr>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pic>
        <p:nvPicPr>
          <p:cNvPr id="12" name="Picture 11">
            <a:extLst>
              <a:ext uri="{FF2B5EF4-FFF2-40B4-BE49-F238E27FC236}">
                <a16:creationId xmlns:a16="http://schemas.microsoft.com/office/drawing/2014/main" id="{ADF1102B-3ABE-B7FF-26FC-197005BBCA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58" y="749829"/>
            <a:ext cx="5996941" cy="983721"/>
          </a:xfrm>
          <a:prstGeom prst="rect">
            <a:avLst/>
          </a:prstGeom>
        </p:spPr>
      </p:pic>
      <p:pic>
        <p:nvPicPr>
          <p:cNvPr id="14" name="Picture 13">
            <a:extLst>
              <a:ext uri="{FF2B5EF4-FFF2-40B4-BE49-F238E27FC236}">
                <a16:creationId xmlns:a16="http://schemas.microsoft.com/office/drawing/2014/main" id="{FFA8DD55-0DC5-76F6-0AAE-B250C73FF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657" y="1884039"/>
            <a:ext cx="5996941" cy="2795136"/>
          </a:xfrm>
          <a:prstGeom prst="rect">
            <a:avLst/>
          </a:prstGeom>
        </p:spPr>
      </p:pic>
      <p:sp>
        <p:nvSpPr>
          <p:cNvPr id="4" name="TextBox 3">
            <a:extLst>
              <a:ext uri="{FF2B5EF4-FFF2-40B4-BE49-F238E27FC236}">
                <a16:creationId xmlns:a16="http://schemas.microsoft.com/office/drawing/2014/main" id="{1AD8EFC1-D95D-02CB-B5DD-85B60ECC02A4}"/>
              </a:ext>
            </a:extLst>
          </p:cNvPr>
          <p:cNvSpPr txBox="1"/>
          <p:nvPr/>
        </p:nvSpPr>
        <p:spPr>
          <a:xfrm>
            <a:off x="6377943" y="1075289"/>
            <a:ext cx="2133600"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Model Evaluation</a:t>
            </a:r>
          </a:p>
        </p:txBody>
      </p:sp>
      <p:sp>
        <p:nvSpPr>
          <p:cNvPr id="5" name="TextBox 4">
            <a:extLst>
              <a:ext uri="{FF2B5EF4-FFF2-40B4-BE49-F238E27FC236}">
                <a16:creationId xmlns:a16="http://schemas.microsoft.com/office/drawing/2014/main" id="{139A68BC-C6A8-077E-8299-A98890312E93}"/>
              </a:ext>
            </a:extLst>
          </p:cNvPr>
          <p:cNvSpPr txBox="1"/>
          <p:nvPr/>
        </p:nvSpPr>
        <p:spPr>
          <a:xfrm>
            <a:off x="6377943" y="3060494"/>
            <a:ext cx="2438400"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Output the result</a:t>
            </a:r>
          </a:p>
        </p:txBody>
      </p:sp>
    </p:spTree>
    <p:extLst>
      <p:ext uri="{BB962C8B-B14F-4D97-AF65-F5344CB8AC3E}">
        <p14:creationId xmlns:p14="http://schemas.microsoft.com/office/powerpoint/2010/main" val="1870975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FFFAF0"/>
          </a:solidFill>
        </p:spPr>
        <p:txBody>
          <a:bodyPr wrap="square" lIns="0" tIns="0" rIns="0" bIns="0" rtlCol="0"/>
          <a:lstStyle/>
          <a:p>
            <a:endParaRPr/>
          </a:p>
        </p:txBody>
      </p:sp>
      <p:sp>
        <p:nvSpPr>
          <p:cNvPr id="3" name="object 3"/>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pic>
        <p:nvPicPr>
          <p:cNvPr id="8" name="Picture 7">
            <a:extLst>
              <a:ext uri="{FF2B5EF4-FFF2-40B4-BE49-F238E27FC236}">
                <a16:creationId xmlns:a16="http://schemas.microsoft.com/office/drawing/2014/main" id="{78D97E02-93CE-1F1F-438F-BEA2298D72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674" y="851934"/>
            <a:ext cx="3879850" cy="3429000"/>
          </a:xfrm>
          <a:prstGeom prst="rect">
            <a:avLst/>
          </a:prstGeom>
        </p:spPr>
      </p:pic>
      <p:pic>
        <p:nvPicPr>
          <p:cNvPr id="10" name="Picture 9">
            <a:extLst>
              <a:ext uri="{FF2B5EF4-FFF2-40B4-BE49-F238E27FC236}">
                <a16:creationId xmlns:a16="http://schemas.microsoft.com/office/drawing/2014/main" id="{C5083C56-472D-F322-9CDE-2D64640E46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9198" y="857249"/>
            <a:ext cx="4806950" cy="3429001"/>
          </a:xfrm>
          <a:prstGeom prst="rect">
            <a:avLst/>
          </a:prstGeom>
        </p:spPr>
      </p:pic>
      <p:sp>
        <p:nvSpPr>
          <p:cNvPr id="4" name="TextBox 3">
            <a:extLst>
              <a:ext uri="{FF2B5EF4-FFF2-40B4-BE49-F238E27FC236}">
                <a16:creationId xmlns:a16="http://schemas.microsoft.com/office/drawing/2014/main" id="{5DCB8198-005B-0DBD-0DEE-7F13D4E61911}"/>
              </a:ext>
            </a:extLst>
          </p:cNvPr>
          <p:cNvSpPr txBox="1"/>
          <p:nvPr/>
        </p:nvSpPr>
        <p:spPr>
          <a:xfrm>
            <a:off x="403274" y="4400550"/>
            <a:ext cx="3651250"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training &amp; validation accuracy values</a:t>
            </a:r>
          </a:p>
        </p:txBody>
      </p:sp>
      <p:sp>
        <p:nvSpPr>
          <p:cNvPr id="6" name="TextBox 5">
            <a:extLst>
              <a:ext uri="{FF2B5EF4-FFF2-40B4-BE49-F238E27FC236}">
                <a16:creationId xmlns:a16="http://schemas.microsoft.com/office/drawing/2014/main" id="{1F26AFC2-757C-3747-8031-0A087EF720F9}"/>
              </a:ext>
            </a:extLst>
          </p:cNvPr>
          <p:cNvSpPr txBox="1"/>
          <p:nvPr/>
        </p:nvSpPr>
        <p:spPr>
          <a:xfrm>
            <a:off x="4953000" y="4400550"/>
            <a:ext cx="3429000"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training &amp; validation loss values</a:t>
            </a:r>
          </a:p>
        </p:txBody>
      </p:sp>
      <p:sp>
        <p:nvSpPr>
          <p:cNvPr id="7" name="TextBox 6">
            <a:extLst>
              <a:ext uri="{FF2B5EF4-FFF2-40B4-BE49-F238E27FC236}">
                <a16:creationId xmlns:a16="http://schemas.microsoft.com/office/drawing/2014/main" id="{AD2DE9A1-3BF6-8D4E-DECF-B6C9D5009CCC}"/>
              </a:ext>
            </a:extLst>
          </p:cNvPr>
          <p:cNvSpPr txBox="1"/>
          <p:nvPr/>
        </p:nvSpPr>
        <p:spPr>
          <a:xfrm>
            <a:off x="217707" y="35064"/>
            <a:ext cx="8816926" cy="584775"/>
          </a:xfrm>
          <a:prstGeom prst="rect">
            <a:avLst/>
          </a:prstGeom>
          <a:noFill/>
        </p:spPr>
        <p:txBody>
          <a:bodyPr wrap="square" rtlCol="0">
            <a:spAutoFit/>
          </a:bodyPr>
          <a:lstStyle/>
          <a:p>
            <a:pPr algn="ctr"/>
            <a:r>
              <a:rPr lang="en-IN" sz="3200" b="1" u="sng" spc="40" dirty="0">
                <a:latin typeface="Times New Roman" panose="02020603050405020304" pitchFamily="18" charset="0"/>
                <a:cs typeface="Times New Roman" panose="02020603050405020304" pitchFamily="18" charset="0"/>
              </a:rPr>
              <a:t>Result &amp; Discussion(Cont.)</a:t>
            </a:r>
            <a:endParaRPr lang="en-IN" sz="3200" b="1" u="sng"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52400" y="133350"/>
            <a:ext cx="8458200" cy="505267"/>
          </a:xfrm>
          <a:prstGeom prst="rect">
            <a:avLst/>
          </a:prstGeom>
        </p:spPr>
        <p:txBody>
          <a:bodyPr vert="horz" wrap="square" lIns="0" tIns="12700" rIns="0" bIns="0" rtlCol="0">
            <a:spAutoFit/>
          </a:bodyPr>
          <a:lstStyle/>
          <a:p>
            <a:pPr marL="493395" marR="5080" indent="-481330" algn="ctr">
              <a:spcBef>
                <a:spcPts val="100"/>
              </a:spcBef>
            </a:pPr>
            <a:r>
              <a:rPr lang="en-IN" sz="3200" b="1" u="sng" spc="40" dirty="0">
                <a:latin typeface="Times New Roman" panose="02020603050405020304" pitchFamily="18" charset="0"/>
                <a:cs typeface="Times New Roman" panose="02020603050405020304" pitchFamily="18" charset="0"/>
              </a:rPr>
              <a:t>Result &amp; Discussion(Cont.)</a:t>
            </a:r>
            <a:endParaRPr b="1" u="sng" spc="-10" dirty="0">
              <a:solidFill>
                <a:srgbClr val="26A69A"/>
              </a:solidFill>
              <a:latin typeface="Times New Roman" panose="02020603050405020304" pitchFamily="18" charset="0"/>
              <a:cs typeface="Times New Roman" panose="02020603050405020304" pitchFamily="18" charset="0"/>
            </a:endParaRPr>
          </a:p>
        </p:txBody>
      </p:sp>
      <p:sp>
        <p:nvSpPr>
          <p:cNvPr id="8" name="object 2">
            <a:extLst>
              <a:ext uri="{FF2B5EF4-FFF2-40B4-BE49-F238E27FC236}">
                <a16:creationId xmlns:a16="http://schemas.microsoft.com/office/drawing/2014/main" id="{65EA8BAF-2D47-7C7D-EFB7-B90710D3E1CF}"/>
              </a:ext>
            </a:extLst>
          </p:cNvPr>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
        <p:nvSpPr>
          <p:cNvPr id="13" name="TextBox 12">
            <a:extLst>
              <a:ext uri="{FF2B5EF4-FFF2-40B4-BE49-F238E27FC236}">
                <a16:creationId xmlns:a16="http://schemas.microsoft.com/office/drawing/2014/main" id="{61703D30-7DE2-6994-E2BE-0E673D231471}"/>
              </a:ext>
            </a:extLst>
          </p:cNvPr>
          <p:cNvSpPr txBox="1"/>
          <p:nvPr/>
        </p:nvSpPr>
        <p:spPr>
          <a:xfrm>
            <a:off x="304800" y="786646"/>
            <a:ext cx="8153400" cy="3554819"/>
          </a:xfrm>
          <a:prstGeom prst="rect">
            <a:avLst/>
          </a:prstGeom>
          <a:noFill/>
        </p:spPr>
        <p:txBody>
          <a:bodyPr wrap="square" rtlCol="0">
            <a:spAutoFit/>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CNN model was trained on the </a:t>
            </a:r>
            <a:r>
              <a:rPr lang="en-US" sz="1500" dirty="0" err="1">
                <a:latin typeface="Times New Roman" panose="02020603050405020304" pitchFamily="18" charset="0"/>
                <a:cs typeface="Times New Roman" panose="02020603050405020304" pitchFamily="18" charset="0"/>
              </a:rPr>
              <a:t>PlantVillage</a:t>
            </a:r>
            <a:r>
              <a:rPr lang="en-US" sz="1500" dirty="0">
                <a:latin typeface="Times New Roman" panose="02020603050405020304" pitchFamily="18" charset="0"/>
                <a:cs typeface="Times New Roman" panose="02020603050405020304" pitchFamily="18" charset="0"/>
              </a:rPr>
              <a:t> dataset containing 54,305 RGB leaf images across 38 plant disease and healthy classes.</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dataset was split into 43,456 training images and 10,849 validation images using an 80:20 ratio.</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proposed CNN architecture consists of two convolutional layers, max-pooling layers, and fully connected dense layers.</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model contains 47.8 million trainable parameters, enabling effective learning of complex leaf disease patterns.</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After training for 5 epochs, the model achieved a validation accuracy of 88.36%, indicating strong classification performance.</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decreasing validation loss (0.7252) confirms good generalization and reduced overfitting.</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Visual inspection of sample image pixel values confirms correct image loading and preprocessing.</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trained model successfully predicted disease classes for unseen test images, demonstrating practical usability.</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Overall, the results prove that the CNN model can accurately identify plant diseases across multiple crops using leaf images.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000000"/>
          </a:solidFill>
        </p:spPr>
        <p:txBody>
          <a:bodyPr wrap="square" lIns="0" tIns="0" rIns="0" bIns="0" rtlCol="0"/>
          <a:lstStyle/>
          <a:p>
            <a:endParaRPr/>
          </a:p>
        </p:txBody>
      </p:sp>
      <p:grpSp>
        <p:nvGrpSpPr>
          <p:cNvPr id="3" name="object 3"/>
          <p:cNvGrpSpPr/>
          <p:nvPr/>
        </p:nvGrpSpPr>
        <p:grpSpPr>
          <a:xfrm>
            <a:off x="96749" y="1489162"/>
            <a:ext cx="8950502" cy="2467659"/>
            <a:chOff x="96749" y="1546769"/>
            <a:chExt cx="8950502" cy="2467659"/>
          </a:xfrm>
        </p:grpSpPr>
        <p:sp>
          <p:nvSpPr>
            <p:cNvPr id="4" name="object 4"/>
            <p:cNvSpPr/>
            <p:nvPr/>
          </p:nvSpPr>
          <p:spPr>
            <a:xfrm>
              <a:off x="641934" y="3597499"/>
              <a:ext cx="390525" cy="0"/>
            </a:xfrm>
            <a:custGeom>
              <a:avLst/>
              <a:gdLst/>
              <a:ahLst/>
              <a:cxnLst/>
              <a:rect l="l" t="t" r="r" b="b"/>
              <a:pathLst>
                <a:path w="390525">
                  <a:moveTo>
                    <a:pt x="0" y="0"/>
                  </a:moveTo>
                  <a:lnTo>
                    <a:pt x="390299" y="0"/>
                  </a:lnTo>
                </a:path>
              </a:pathLst>
            </a:custGeom>
            <a:ln w="28574">
              <a:solidFill>
                <a:srgbClr val="26A69A"/>
              </a:solidFill>
            </a:ln>
          </p:spPr>
          <p:txBody>
            <a:bodyPr wrap="square" lIns="0" tIns="0" rIns="0" bIns="0" rtlCol="0"/>
            <a:lstStyle/>
            <a:p>
              <a:endParaRPr/>
            </a:p>
          </p:txBody>
        </p:sp>
        <p:pic>
          <p:nvPicPr>
            <p:cNvPr id="5" name="object 5"/>
            <p:cNvPicPr/>
            <p:nvPr/>
          </p:nvPicPr>
          <p:blipFill>
            <a:blip r:embed="rId2">
              <a:extLst>
                <a:ext uri="{28A0092B-C50C-407E-A947-70E740481C1C}">
                  <a14:useLocalDpi xmlns:a14="http://schemas.microsoft.com/office/drawing/2010/main" val="0"/>
                </a:ext>
              </a:extLst>
            </a:blip>
            <a:srcRect/>
            <a:stretch/>
          </p:blipFill>
          <p:spPr>
            <a:xfrm>
              <a:off x="96749" y="1546769"/>
              <a:ext cx="4426049" cy="2448360"/>
            </a:xfrm>
            <a:prstGeom prst="rect">
              <a:avLst/>
            </a:prstGeom>
          </p:spPr>
        </p:pic>
        <p:pic>
          <p:nvPicPr>
            <p:cNvPr id="6" name="object 6"/>
            <p:cNvPicPr/>
            <p:nvPr/>
          </p:nvPicPr>
          <p:blipFill>
            <a:blip r:embed="rId3">
              <a:extLst>
                <a:ext uri="{28A0092B-C50C-407E-A947-70E740481C1C}">
                  <a14:useLocalDpi xmlns:a14="http://schemas.microsoft.com/office/drawing/2010/main" val="0"/>
                </a:ext>
              </a:extLst>
            </a:blip>
            <a:srcRect/>
            <a:stretch/>
          </p:blipFill>
          <p:spPr>
            <a:xfrm>
              <a:off x="4621556" y="1549165"/>
              <a:ext cx="4425695" cy="2465263"/>
            </a:xfrm>
            <a:prstGeom prst="rect">
              <a:avLst/>
            </a:prstGeom>
          </p:spPr>
        </p:pic>
        <p:sp>
          <p:nvSpPr>
            <p:cNvPr id="7" name="object 7"/>
            <p:cNvSpPr/>
            <p:nvPr/>
          </p:nvSpPr>
          <p:spPr>
            <a:xfrm>
              <a:off x="3352800" y="2900616"/>
              <a:ext cx="1798955" cy="669290"/>
            </a:xfrm>
            <a:custGeom>
              <a:avLst/>
              <a:gdLst/>
              <a:ahLst/>
              <a:cxnLst/>
              <a:rect l="l" t="t" r="r" b="b"/>
              <a:pathLst>
                <a:path w="1798954" h="669289">
                  <a:moveTo>
                    <a:pt x="1463999" y="668999"/>
                  </a:moveTo>
                  <a:lnTo>
                    <a:pt x="0" y="668999"/>
                  </a:lnTo>
                  <a:lnTo>
                    <a:pt x="0" y="0"/>
                  </a:lnTo>
                  <a:lnTo>
                    <a:pt x="1463999" y="0"/>
                  </a:lnTo>
                  <a:lnTo>
                    <a:pt x="1798499" y="334499"/>
                  </a:lnTo>
                  <a:lnTo>
                    <a:pt x="1463999" y="668999"/>
                  </a:lnTo>
                  <a:close/>
                </a:path>
              </a:pathLst>
            </a:custGeom>
            <a:solidFill>
              <a:srgbClr val="145B54"/>
            </a:solidFill>
          </p:spPr>
          <p:txBody>
            <a:bodyPr wrap="square" lIns="0" tIns="0" rIns="0" bIns="0" rtlCol="0"/>
            <a:lstStyle/>
            <a:p>
              <a:endParaRPr dirty="0"/>
            </a:p>
          </p:txBody>
        </p:sp>
      </p:grpSp>
      <p:sp>
        <p:nvSpPr>
          <p:cNvPr id="9" name="object 9"/>
          <p:cNvSpPr txBox="1"/>
          <p:nvPr/>
        </p:nvSpPr>
        <p:spPr>
          <a:xfrm>
            <a:off x="3429000" y="2953499"/>
            <a:ext cx="1479550" cy="448309"/>
          </a:xfrm>
          <a:prstGeom prst="rect">
            <a:avLst/>
          </a:prstGeom>
        </p:spPr>
        <p:txBody>
          <a:bodyPr vert="horz" wrap="square" lIns="0" tIns="22860" rIns="0" bIns="0" rtlCol="0">
            <a:spAutoFit/>
          </a:bodyPr>
          <a:lstStyle/>
          <a:p>
            <a:pPr marL="494665" marR="5080" indent="-482600">
              <a:lnSpc>
                <a:spcPts val="1650"/>
              </a:lnSpc>
              <a:spcBef>
                <a:spcPts val="180"/>
              </a:spcBef>
            </a:pPr>
            <a:r>
              <a:rPr sz="1400" dirty="0">
                <a:solidFill>
                  <a:srgbClr val="FFFFFF"/>
                </a:solidFill>
                <a:latin typeface="Roboto"/>
                <a:cs typeface="Roboto"/>
              </a:rPr>
              <a:t>After</a:t>
            </a:r>
            <a:r>
              <a:rPr sz="1400" spc="-35" dirty="0">
                <a:solidFill>
                  <a:srgbClr val="FFFFFF"/>
                </a:solidFill>
                <a:latin typeface="Roboto"/>
                <a:cs typeface="Roboto"/>
              </a:rPr>
              <a:t> </a:t>
            </a:r>
            <a:r>
              <a:rPr sz="1400" spc="-10" dirty="0">
                <a:solidFill>
                  <a:srgbClr val="FFFFFF"/>
                </a:solidFill>
                <a:latin typeface="Roboto"/>
                <a:cs typeface="Roboto"/>
              </a:rPr>
              <a:t>choosing</a:t>
            </a:r>
            <a:r>
              <a:rPr sz="1400" spc="-35" dirty="0">
                <a:solidFill>
                  <a:srgbClr val="FFFFFF"/>
                </a:solidFill>
                <a:latin typeface="Roboto"/>
                <a:cs typeface="Roboto"/>
              </a:rPr>
              <a:t> </a:t>
            </a:r>
            <a:r>
              <a:rPr sz="1400" spc="-25" dirty="0">
                <a:solidFill>
                  <a:srgbClr val="FFFFFF"/>
                </a:solidFill>
                <a:latin typeface="Roboto"/>
                <a:cs typeface="Roboto"/>
              </a:rPr>
              <a:t>the </a:t>
            </a:r>
            <a:r>
              <a:rPr sz="1400" spc="-10" dirty="0">
                <a:solidFill>
                  <a:srgbClr val="FFFFFF"/>
                </a:solidFill>
                <a:latin typeface="Roboto"/>
                <a:cs typeface="Roboto"/>
              </a:rPr>
              <a:t>image</a:t>
            </a:r>
            <a:endParaRPr sz="1400" dirty="0">
              <a:latin typeface="Roboto"/>
              <a:cs typeface="Roboto"/>
            </a:endParaRPr>
          </a:p>
        </p:txBody>
      </p:sp>
      <p:sp>
        <p:nvSpPr>
          <p:cNvPr id="10" name="TextBox 9">
            <a:extLst>
              <a:ext uri="{FF2B5EF4-FFF2-40B4-BE49-F238E27FC236}">
                <a16:creationId xmlns:a16="http://schemas.microsoft.com/office/drawing/2014/main" id="{BACF4A72-A2AD-5997-1A40-1155BE01EC37}"/>
              </a:ext>
            </a:extLst>
          </p:cNvPr>
          <p:cNvSpPr txBox="1"/>
          <p:nvPr/>
        </p:nvSpPr>
        <p:spPr>
          <a:xfrm>
            <a:off x="231824" y="271758"/>
            <a:ext cx="8534400" cy="707886"/>
          </a:xfrm>
          <a:prstGeom prst="rect">
            <a:avLst/>
          </a:prstGeom>
          <a:noFill/>
        </p:spPr>
        <p:txBody>
          <a:bodyPr wrap="square" rtlCol="0">
            <a:spAutoFit/>
          </a:bodyPr>
          <a:lstStyle/>
          <a:p>
            <a:pPr algn="ctr"/>
            <a:r>
              <a:rPr lang="en-US" sz="4000" b="1" u="sng" dirty="0">
                <a:solidFill>
                  <a:schemeClr val="bg1"/>
                </a:solidFill>
              </a:rPr>
              <a:t>Web Interface</a:t>
            </a:r>
            <a:endParaRPr lang="en-IN" sz="4000" b="1" u="sng"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
        <p:nvSpPr>
          <p:cNvPr id="3" name="object 3"/>
          <p:cNvSpPr txBox="1">
            <a:spLocks noGrp="1"/>
          </p:cNvSpPr>
          <p:nvPr>
            <p:ph type="title"/>
          </p:nvPr>
        </p:nvSpPr>
        <p:spPr>
          <a:xfrm>
            <a:off x="384725" y="97635"/>
            <a:ext cx="8374549" cy="914397"/>
          </a:xfrm>
          <a:prstGeom prst="rect">
            <a:avLst/>
          </a:prstGeom>
        </p:spPr>
        <p:txBody>
          <a:bodyPr vert="horz" wrap="square" lIns="0" tIns="417874" rIns="0" bIns="0" rtlCol="0">
            <a:spAutoFit/>
          </a:bodyPr>
          <a:lstStyle/>
          <a:p>
            <a:pPr marL="12700" algn="ctr">
              <a:lnSpc>
                <a:spcPct val="100000"/>
              </a:lnSpc>
              <a:spcBef>
                <a:spcPts val="100"/>
              </a:spcBef>
            </a:pPr>
            <a:r>
              <a:rPr sz="3200" b="1" u="sng" spc="55" dirty="0">
                <a:latin typeface="Times New Roman" panose="02020603050405020304" pitchFamily="18" charset="0"/>
                <a:cs typeface="Times New Roman" panose="02020603050405020304" pitchFamily="18" charset="0"/>
              </a:rPr>
              <a:t>Conclusion</a:t>
            </a:r>
            <a:r>
              <a:rPr lang="en-US" b="1" u="sng" spc="55" dirty="0">
                <a:latin typeface="Times New Roman" panose="02020603050405020304" pitchFamily="18" charset="0"/>
                <a:cs typeface="Times New Roman" panose="02020603050405020304" pitchFamily="18" charset="0"/>
              </a:rPr>
              <a:t> &amp; </a:t>
            </a:r>
            <a:r>
              <a:rPr lang="en-IN" b="1" u="sng" dirty="0">
                <a:latin typeface="Times New Roman" panose="02020603050405020304" pitchFamily="18" charset="0"/>
                <a:cs typeface="Times New Roman" panose="02020603050405020304" pitchFamily="18" charset="0"/>
              </a:rPr>
              <a:t>Future Work</a:t>
            </a:r>
            <a:endParaRPr b="1" u="sng" spc="55"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DB86AB9-B383-756F-F24C-24517C06D79F}"/>
              </a:ext>
            </a:extLst>
          </p:cNvPr>
          <p:cNvSpPr txBox="1"/>
          <p:nvPr/>
        </p:nvSpPr>
        <p:spPr>
          <a:xfrm>
            <a:off x="382588" y="1034797"/>
            <a:ext cx="8225875" cy="3046988"/>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C</a:t>
            </a:r>
            <a:r>
              <a:rPr lang="en-IN" sz="1600" b="1" spc="55" dirty="0" err="1">
                <a:latin typeface="Times New Roman" panose="02020603050405020304" pitchFamily="18" charset="0"/>
                <a:cs typeface="Times New Roman" panose="02020603050405020304" pitchFamily="18" charset="0"/>
              </a:rPr>
              <a:t>onclusion</a:t>
            </a:r>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CNN-based plant disease detection model was developed using the </a:t>
            </a:r>
            <a:r>
              <a:rPr lang="en-US" sz="1600" dirty="0" err="1">
                <a:latin typeface="Times New Roman" panose="02020603050405020304" pitchFamily="18" charset="0"/>
                <a:cs typeface="Times New Roman" panose="02020603050405020304" pitchFamily="18" charset="0"/>
              </a:rPr>
              <a:t>PlantVillage</a:t>
            </a:r>
            <a:r>
              <a:rPr lang="en-US" sz="1600" dirty="0">
                <a:latin typeface="Times New Roman" panose="02020603050405020304" pitchFamily="18" charset="0"/>
                <a:cs typeface="Times New Roman" panose="02020603050405020304" pitchFamily="18" charset="0"/>
              </a:rPr>
              <a:t> dataset.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model accurately classifies healthy and diseased plant leaf images.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a:t>
            </a:r>
            <a:r>
              <a:rPr lang="en-US" sz="1600" dirty="0" err="1">
                <a:latin typeface="Times New Roman" panose="02020603050405020304" pitchFamily="18" charset="0"/>
                <a:cs typeface="Times New Roman" panose="02020603050405020304" pitchFamily="18" charset="0"/>
              </a:rPr>
              <a:t>Streamlit</a:t>
            </a:r>
            <a:r>
              <a:rPr lang="en-US" sz="1600" dirty="0">
                <a:latin typeface="Times New Roman" panose="02020603050405020304" pitchFamily="18" charset="0"/>
                <a:cs typeface="Times New Roman" panose="02020603050405020304" pitchFamily="18" charset="0"/>
              </a:rPr>
              <a:t> web application enables simple and real-time disease prediction.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supports early disease identification, helping reduce crop loss and improve productivity.</a:t>
            </a:r>
          </a:p>
          <a:p>
            <a:endParaRPr lang="en-US"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Future Work</a:t>
            </a:r>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 accuracy using advanced CNN models and transfer learning techniques.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Train the model with real-world field images for better generalization.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Deploy the system as a mobile or cloud-based application for wider access.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Expand the dataset to include more crops and disease categories.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26A69A"/>
          </a:solidFill>
        </p:spPr>
        <p:txBody>
          <a:bodyPr wrap="square" lIns="0" tIns="0" rIns="0" bIns="0" rtlCol="0"/>
          <a:lstStyle/>
          <a:p>
            <a:endParaRPr/>
          </a:p>
        </p:txBody>
      </p:sp>
      <p:sp>
        <p:nvSpPr>
          <p:cNvPr id="3" name="object 3"/>
          <p:cNvSpPr txBox="1">
            <a:spLocks noGrp="1"/>
          </p:cNvSpPr>
          <p:nvPr>
            <p:ph type="title"/>
          </p:nvPr>
        </p:nvSpPr>
        <p:spPr>
          <a:xfrm>
            <a:off x="228600" y="0"/>
            <a:ext cx="8374549" cy="883620"/>
          </a:xfrm>
          <a:prstGeom prst="rect">
            <a:avLst/>
          </a:prstGeom>
        </p:spPr>
        <p:txBody>
          <a:bodyPr vert="horz" wrap="square" lIns="0" tIns="417874" rIns="0" bIns="0" rtlCol="0">
            <a:spAutoFit/>
          </a:bodyPr>
          <a:lstStyle/>
          <a:p>
            <a:pPr marL="12700" algn="ctr">
              <a:lnSpc>
                <a:spcPct val="100000"/>
              </a:lnSpc>
              <a:spcBef>
                <a:spcPts val="100"/>
              </a:spcBef>
            </a:pPr>
            <a:r>
              <a:rPr lang="en-IN" b="1" u="sng" spc="40" dirty="0">
                <a:latin typeface="Times New Roman" panose="02020603050405020304" pitchFamily="18" charset="0"/>
                <a:cs typeface="Times New Roman" panose="02020603050405020304" pitchFamily="18" charset="0"/>
              </a:rPr>
              <a:t>R</a:t>
            </a:r>
            <a:r>
              <a:rPr b="1" u="sng" spc="40" dirty="0" err="1">
                <a:latin typeface="Times New Roman" panose="02020603050405020304" pitchFamily="18" charset="0"/>
                <a:cs typeface="Times New Roman" panose="02020603050405020304" pitchFamily="18" charset="0"/>
              </a:rPr>
              <a:t>eferences</a:t>
            </a:r>
            <a:endParaRPr b="1" u="sng" spc="4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8A86B47-D98B-6137-D741-94FDC7AD5EA1}"/>
              </a:ext>
            </a:extLst>
          </p:cNvPr>
          <p:cNvSpPr txBox="1"/>
          <p:nvPr/>
        </p:nvSpPr>
        <p:spPr>
          <a:xfrm>
            <a:off x="228600" y="939800"/>
            <a:ext cx="8458200" cy="353943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Sharma, A. (2018). </a:t>
            </a:r>
            <a:r>
              <a:rPr lang="en-US" sz="1600" i="1" dirty="0">
                <a:latin typeface="Times New Roman" panose="02020603050405020304" pitchFamily="18" charset="0"/>
                <a:cs typeface="Times New Roman" panose="02020603050405020304" pitchFamily="18" charset="0"/>
              </a:rPr>
              <a:t>Plant disease detection using convolutional neural networks</a:t>
            </a:r>
            <a:r>
              <a:rPr lang="en-US" sz="1600" dirty="0">
                <a:latin typeface="Times New Roman" panose="02020603050405020304" pitchFamily="18" charset="0"/>
                <a:cs typeface="Times New Roman" panose="02020603050405020304" pitchFamily="18" charset="0"/>
              </a:rPr>
              <a:t>. International Journal of Computer Applications, 180(25), 15–20.</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Verma, R. (2019). </a:t>
            </a:r>
            <a:r>
              <a:rPr lang="en-US" sz="1600" i="1" dirty="0">
                <a:latin typeface="Times New Roman" panose="02020603050405020304" pitchFamily="18" charset="0"/>
                <a:cs typeface="Times New Roman" panose="02020603050405020304" pitchFamily="18" charset="0"/>
              </a:rPr>
              <a:t>Deep learning approach for plant leaf disease classification</a:t>
            </a:r>
            <a:r>
              <a:rPr lang="en-US" sz="1600" dirty="0">
                <a:latin typeface="Times New Roman" panose="02020603050405020304" pitchFamily="18" charset="0"/>
                <a:cs typeface="Times New Roman" panose="02020603050405020304" pitchFamily="18" charset="0"/>
              </a:rPr>
              <a:t>. International Journal of Engineering and Advanced Technology, 8(6), 1021–1026.</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Patel, P. (2020). </a:t>
            </a:r>
            <a:r>
              <a:rPr lang="en-US" sz="1600" i="1" dirty="0">
                <a:latin typeface="Times New Roman" panose="02020603050405020304" pitchFamily="18" charset="0"/>
                <a:cs typeface="Times New Roman" panose="02020603050405020304" pitchFamily="18" charset="0"/>
              </a:rPr>
              <a:t>Crop disease identification using image processing and CNN</a:t>
            </a:r>
            <a:r>
              <a:rPr lang="en-US" sz="1600" dirty="0">
                <a:latin typeface="Times New Roman" panose="02020603050405020304" pitchFamily="18" charset="0"/>
                <a:cs typeface="Times New Roman" panose="02020603050405020304" pitchFamily="18" charset="0"/>
              </a:rPr>
              <a:t>. International Journal of Innovative Technology and Exploring Engineering, 9(4), 233–238.</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Kumar, S. (2021). </a:t>
            </a:r>
            <a:r>
              <a:rPr lang="en-US" sz="1600" i="1" dirty="0">
                <a:latin typeface="Times New Roman" panose="02020603050405020304" pitchFamily="18" charset="0"/>
                <a:cs typeface="Times New Roman" panose="02020603050405020304" pitchFamily="18" charset="0"/>
              </a:rPr>
              <a:t>Plant disease recognition using transfer learning techniques</a:t>
            </a:r>
            <a:r>
              <a:rPr lang="en-US" sz="1600" dirty="0">
                <a:latin typeface="Times New Roman" panose="02020603050405020304" pitchFamily="18" charset="0"/>
                <a:cs typeface="Times New Roman" panose="02020603050405020304" pitchFamily="18" charset="0"/>
              </a:rPr>
              <a:t>. International Journal of Recent Technology and Engineering, 10(2), 45–50.</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Singh, N. (2022). </a:t>
            </a:r>
            <a:r>
              <a:rPr lang="en-US" sz="1600" i="1" dirty="0">
                <a:latin typeface="Times New Roman" panose="02020603050405020304" pitchFamily="18" charset="0"/>
                <a:cs typeface="Times New Roman" panose="02020603050405020304" pitchFamily="18" charset="0"/>
              </a:rPr>
              <a:t>Automated plant disease detection using deep convolutional neural networks</a:t>
            </a:r>
            <a:r>
              <a:rPr lang="en-US" sz="1600" dirty="0">
                <a:latin typeface="Times New Roman" panose="02020603050405020304" pitchFamily="18" charset="0"/>
                <a:cs typeface="Times New Roman" panose="02020603050405020304" pitchFamily="18" charset="0"/>
              </a:rPr>
              <a:t>. Journal of Artificial Intelligence and Agriculture, 6(1), 12–18.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4723" y="2122042"/>
            <a:ext cx="3302635" cy="848360"/>
          </a:xfrm>
          <a:prstGeom prst="rect">
            <a:avLst/>
          </a:prstGeom>
        </p:spPr>
        <p:txBody>
          <a:bodyPr vert="horz" wrap="square" lIns="0" tIns="12700" rIns="0" bIns="0" rtlCol="0">
            <a:spAutoFit/>
          </a:bodyPr>
          <a:lstStyle/>
          <a:p>
            <a:pPr marL="12700">
              <a:lnSpc>
                <a:spcPct val="100000"/>
              </a:lnSpc>
              <a:spcBef>
                <a:spcPts val="100"/>
              </a:spcBef>
            </a:pPr>
            <a:r>
              <a:rPr sz="5400" spc="345" dirty="0">
                <a:solidFill>
                  <a:srgbClr val="FFFAF0"/>
                </a:solidFill>
              </a:rPr>
              <a:t>Thank</a:t>
            </a:r>
            <a:r>
              <a:rPr sz="5400" spc="300" dirty="0">
                <a:solidFill>
                  <a:srgbClr val="FFFAF0"/>
                </a:solidFill>
              </a:rPr>
              <a:t> </a:t>
            </a:r>
            <a:r>
              <a:rPr sz="5400" spc="215" dirty="0">
                <a:solidFill>
                  <a:srgbClr val="FFFAF0"/>
                </a:solidFill>
              </a:rPr>
              <a:t>You</a:t>
            </a:r>
            <a:endParaRPr sz="5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AE434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532</TotalTime>
  <Words>1150</Words>
  <Application>Microsoft Office PowerPoint</Application>
  <PresentationFormat>On-screen Show (16:9)</PresentationFormat>
  <Paragraphs>153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SimSun-ExtB</vt:lpstr>
      <vt:lpstr>Arial</vt:lpstr>
      <vt:lpstr>Calibri</vt:lpstr>
      <vt:lpstr>Roboto</vt:lpstr>
      <vt:lpstr>Times New Roman</vt:lpstr>
      <vt:lpstr>Office Theme</vt:lpstr>
      <vt:lpstr>PowerPoint Presentation</vt:lpstr>
      <vt:lpstr>Contents</vt:lpstr>
      <vt:lpstr>Introduction</vt:lpstr>
      <vt:lpstr>Challenges</vt:lpstr>
      <vt:lpstr>Objective</vt:lpstr>
      <vt:lpstr>Literature Survey</vt:lpstr>
      <vt:lpstr>Model Description</vt:lpstr>
      <vt:lpstr>Packages</vt:lpstr>
      <vt:lpstr>PowerPoint Presentation</vt:lpstr>
      <vt:lpstr>PowerPoint Presentation</vt:lpstr>
      <vt:lpstr>Flowchart</vt:lpstr>
      <vt:lpstr>work Process</vt:lpstr>
      <vt:lpstr>Result &amp; Discussion</vt:lpstr>
      <vt:lpstr>Result &amp; Discussion(Cont.)</vt:lpstr>
      <vt:lpstr>PowerPoint Presentation</vt:lpstr>
      <vt:lpstr>Result &amp; Discussion(Cont.)</vt:lpstr>
      <vt:lpstr>PowerPoint Presentation</vt:lpstr>
      <vt:lpstr>Conclusion &amp; Future Work</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Fariyaz Rahaman</cp:lastModifiedBy>
  <cp:revision>7</cp:revision>
  <dcterms:created xsi:type="dcterms:W3CDTF">2026-01-09T16:58:32Z</dcterms:created>
  <dcterms:modified xsi:type="dcterms:W3CDTF">2026-03-01T04:51:58Z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2026-01-09T00:00:00Z</vt:filetime>
  </property>
  <property fmtid="{D5CDD505-2E9C-101B-9397-08002B2CF9AE}" pid="3" name="Creator">
    <vt:lpwstr>Google</vt:lpwstr>
  </property>
  <property fmtid="{D5CDD505-2E9C-101B-9397-08002B2CF9AE}" pid="4" name="LastSaved">
    <vt:filetime>2026-01-09T00:00:00Z</vt:filetime>
  </property>
</Properties>
</file>